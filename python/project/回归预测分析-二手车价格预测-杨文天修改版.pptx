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885acce6b74ae3" /><Relationship Type="http://schemas.openxmlformats.org/officeDocument/2006/relationships/extended-properties" Target="/docProps/app.xml" Id="R23f08a63bb9042ed" /><Relationship Type="http://schemas.openxmlformats.org/officeDocument/2006/relationships/officeDocument" Target="/ppt/presentation.xml" Id="Rae66b4b69d0940b6" /></Relationships>
</file>

<file path=ppt/presentation.xml><?xml version="1.0" encoding="utf-8"?>
<p:presentation xmlns:p="http://schemas.openxmlformats.org/presentationml/2006/main">
  <p:sldMasterIdLst>
    <p:sldMasterId xmlns:r="http://schemas.openxmlformats.org/officeDocument/2006/relationships" id="2147483648" r:id="R2e79c98587ba40c7"/>
  </p:sldMasterIdLst>
  <p:notesMasterIdLst>
    <p:notesMasterId xmlns:r="http://schemas.openxmlformats.org/officeDocument/2006/relationships" r:id="R203e0db5b4c740cb"/>
  </p:notesMasterIdLst>
  <p:sldIdLst>
    <p:sldId xmlns:r="http://schemas.openxmlformats.org/officeDocument/2006/relationships" id="256" r:id="R363f4a89f27e4b06"/>
    <p:sldId xmlns:r="http://schemas.openxmlformats.org/officeDocument/2006/relationships" id="257" r:id="R1e46778696314699"/>
    <p:sldId xmlns:r="http://schemas.openxmlformats.org/officeDocument/2006/relationships" id="258" r:id="Re44935e9f7e746a7"/>
    <p:sldId xmlns:r="http://schemas.openxmlformats.org/officeDocument/2006/relationships" id="259" r:id="R3c7b6a1ade3c48cb"/>
    <p:sldId xmlns:r="http://schemas.openxmlformats.org/officeDocument/2006/relationships" id="260" r:id="R8897fc72dbe149b9"/>
    <p:sldId xmlns:r="http://schemas.openxmlformats.org/officeDocument/2006/relationships" id="261" r:id="Rfb533847b09043ce"/>
    <p:sldId xmlns:r="http://schemas.openxmlformats.org/officeDocument/2006/relationships" id="262" r:id="Rbd3525dc313d40dd"/>
    <p:sldId xmlns:r="http://schemas.openxmlformats.org/officeDocument/2006/relationships" id="263" r:id="R990529d612df4790"/>
    <p:sldId xmlns:r="http://schemas.openxmlformats.org/officeDocument/2006/relationships" id="264" r:id="R662539e0c69c459c"/>
    <p:sldId xmlns:r="http://schemas.openxmlformats.org/officeDocument/2006/relationships" id="265" r:id="R5cc0a4be8e6d4f7d"/>
    <p:sldId xmlns:r="http://schemas.openxmlformats.org/officeDocument/2006/relationships" id="266" r:id="R484eaabf649d4387"/>
    <p:sldId xmlns:r="http://schemas.openxmlformats.org/officeDocument/2006/relationships" id="267" r:id="R7074f405e609408a"/>
    <p:sldId xmlns:r="http://schemas.openxmlformats.org/officeDocument/2006/relationships" id="268" r:id="Rb2cab37e35e54bec"/>
    <p:sldId xmlns:r="http://schemas.openxmlformats.org/officeDocument/2006/relationships" id="269" r:id="Ra0ee503c68b74917"/>
    <p:sldId xmlns:r="http://schemas.openxmlformats.org/officeDocument/2006/relationships" id="270" r:id="R8e7fd43afc574d1f"/>
    <p:sldId xmlns:r="http://schemas.openxmlformats.org/officeDocument/2006/relationships" id="271" r:id="R48bb04df62f34420"/>
    <p:sldId xmlns:r="http://schemas.openxmlformats.org/officeDocument/2006/relationships" id="272" r:id="R64a7c8dd1a58452a"/>
    <p:sldId xmlns:r="http://schemas.openxmlformats.org/officeDocument/2006/relationships" id="273" r:id="R1e2dafd9e041488c"/>
    <p:sldId xmlns:r="http://schemas.openxmlformats.org/officeDocument/2006/relationships" id="274" r:id="R62ee4885b7eb45cf"/>
    <p:sldId xmlns:r="http://schemas.openxmlformats.org/officeDocument/2006/relationships" id="275" r:id="R8ec1eae02efb4ba5"/>
    <p:sldId xmlns:r="http://schemas.openxmlformats.org/officeDocument/2006/relationships" id="276" r:id="Rf826e782853844fe"/>
    <p:sldId xmlns:r="http://schemas.openxmlformats.org/officeDocument/2006/relationships" id="277" r:id="Rf71f5ddefad74cd9"/>
    <p:sldId xmlns:r="http://schemas.openxmlformats.org/officeDocument/2006/relationships" id="278" r:id="R158f19c465cc4555"/>
    <p:sldId xmlns:r="http://schemas.openxmlformats.org/officeDocument/2006/relationships" id="279" r:id="R5dc17c2b8652471f"/>
    <p:sldId xmlns:r="http://schemas.openxmlformats.org/officeDocument/2006/relationships" id="280" r:id="R75fc2905d9e84566"/>
    <p:sldId xmlns:r="http://schemas.openxmlformats.org/officeDocument/2006/relationships" id="281" r:id="Rf2b20e91db4f49c3"/>
    <p:sldId xmlns:r="http://schemas.openxmlformats.org/officeDocument/2006/relationships" id="282" r:id="R6b1219159676482d"/>
    <p:sldId xmlns:r="http://schemas.openxmlformats.org/officeDocument/2006/relationships" id="283" r:id="Rdfe627d243a34b89"/>
    <p:sldId xmlns:r="http://schemas.openxmlformats.org/officeDocument/2006/relationships" id="284" r:id="R6171390db7a544bb"/>
    <p:sldId xmlns:r="http://schemas.openxmlformats.org/officeDocument/2006/relationships" id="285" r:id="R5b57994aea2e4dd3"/>
    <p:sldId xmlns:r="http://schemas.openxmlformats.org/officeDocument/2006/relationships" id="286" r:id="R0364109b0e9f42f1"/>
    <p:sldId xmlns:r="http://schemas.openxmlformats.org/officeDocument/2006/relationships" id="287" r:id="R10e83b5b8c2e4efb"/>
    <p:sldId xmlns:r="http://schemas.openxmlformats.org/officeDocument/2006/relationships" id="288" r:id="R207981bed16f4068"/>
    <p:sldId xmlns:r="http://schemas.openxmlformats.org/officeDocument/2006/relationships" id="289" r:id="Rc2b2d7ee0a6b48a7"/>
    <p:sldId xmlns:r="http://schemas.openxmlformats.org/officeDocument/2006/relationships" id="290" r:id="Red3114650f4c4c5b"/>
    <p:sldId xmlns:r="http://schemas.openxmlformats.org/officeDocument/2006/relationships" id="291" r:id="R4a85191eeaa745f3"/>
    <p:sldId xmlns:r="http://schemas.openxmlformats.org/officeDocument/2006/relationships" id="292" r:id="R23cd8ebc8d7540e2"/>
    <p:sldId xmlns:r="http://schemas.openxmlformats.org/officeDocument/2006/relationships" id="293" r:id="Rd66851d6a73841f0"/>
    <p:sldId xmlns:r="http://schemas.openxmlformats.org/officeDocument/2006/relationships" id="294" r:id="R5cbbb01c19994212"/>
    <p:sldId xmlns:r="http://schemas.openxmlformats.org/officeDocument/2006/relationships" id="295" r:id="R9c6a9d6867454cb3"/>
    <p:sldId xmlns:r="http://schemas.openxmlformats.org/officeDocument/2006/relationships" id="296" r:id="Re07240021ee3474f"/>
    <p:sldId xmlns:r="http://schemas.openxmlformats.org/officeDocument/2006/relationships" id="297" r:id="R8f2f69e2dd994fbf"/>
    <p:sldId xmlns:r="http://schemas.openxmlformats.org/officeDocument/2006/relationships" id="298" r:id="R44b8957797db42f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f67d2282fcf4035" /><Relationship Type="http://schemas.openxmlformats.org/officeDocument/2006/relationships/slideMaster" Target="/ppt/slideMasters/slideMaster1.xml" Id="R2e79c98587ba40c7" /><Relationship Type="http://schemas.openxmlformats.org/officeDocument/2006/relationships/notesMaster" Target="/ppt/notesMasters/notesMaster1.xml" Id="R203e0db5b4c740cb" /><Relationship Type="http://schemas.openxmlformats.org/officeDocument/2006/relationships/presProps" Target="/ppt/presProps.xml" Id="R58a246574f3f4c3e" /><Relationship Type="http://schemas.openxmlformats.org/officeDocument/2006/relationships/viewProps" Target="/ppt/viewProps.xml" Id="R59ecbfb8628a4ee8" /><Relationship Type="http://schemas.openxmlformats.org/officeDocument/2006/relationships/tableStyles" Target="/ppt/tableStyles.xml" Id="R32a68960448f4363" /><Relationship Type="http://schemas.openxmlformats.org/officeDocument/2006/relationships/slide" Target="/ppt/slides/slide1.xml" Id="R363f4a89f27e4b06" /><Relationship Type="http://schemas.openxmlformats.org/officeDocument/2006/relationships/slide" Target="/ppt/slides/slide2.xml" Id="R1e46778696314699" /><Relationship Type="http://schemas.openxmlformats.org/officeDocument/2006/relationships/slide" Target="/ppt/slides/slide3.xml" Id="Re44935e9f7e746a7" /><Relationship Type="http://schemas.openxmlformats.org/officeDocument/2006/relationships/slide" Target="/ppt/slides/slide4.xml" Id="R3c7b6a1ade3c48cb" /><Relationship Type="http://schemas.openxmlformats.org/officeDocument/2006/relationships/slide" Target="/ppt/slides/slide5.xml" Id="R8897fc72dbe149b9" /><Relationship Type="http://schemas.openxmlformats.org/officeDocument/2006/relationships/slide" Target="/ppt/slides/slide6.xml" Id="Rfb533847b09043ce" /><Relationship Type="http://schemas.openxmlformats.org/officeDocument/2006/relationships/slide" Target="/ppt/slides/slide7.xml" Id="Rbd3525dc313d40dd" /><Relationship Type="http://schemas.openxmlformats.org/officeDocument/2006/relationships/slide" Target="/ppt/slides/slide8.xml" Id="R990529d612df4790" /><Relationship Type="http://schemas.openxmlformats.org/officeDocument/2006/relationships/slide" Target="/ppt/slides/slide9.xml" Id="R662539e0c69c459c" /><Relationship Type="http://schemas.openxmlformats.org/officeDocument/2006/relationships/slide" Target="/ppt/slides/slide10.xml" Id="R5cc0a4be8e6d4f7d" /><Relationship Type="http://schemas.openxmlformats.org/officeDocument/2006/relationships/slide" Target="/ppt/slides/slide11.xml" Id="R484eaabf649d4387" /><Relationship Type="http://schemas.openxmlformats.org/officeDocument/2006/relationships/slide" Target="/ppt/slides/slide12.xml" Id="R7074f405e609408a" /><Relationship Type="http://schemas.openxmlformats.org/officeDocument/2006/relationships/slide" Target="/ppt/slides/slide13.xml" Id="Rb2cab37e35e54bec" /><Relationship Type="http://schemas.openxmlformats.org/officeDocument/2006/relationships/slide" Target="/ppt/slides/slide14.xml" Id="Ra0ee503c68b74917" /><Relationship Type="http://schemas.openxmlformats.org/officeDocument/2006/relationships/slide" Target="/ppt/slides/slide15.xml" Id="R8e7fd43afc574d1f" /><Relationship Type="http://schemas.openxmlformats.org/officeDocument/2006/relationships/slide" Target="/ppt/slides/slide16.xml" Id="R48bb04df62f34420" /><Relationship Type="http://schemas.openxmlformats.org/officeDocument/2006/relationships/slide" Target="/ppt/slides/slide17.xml" Id="R64a7c8dd1a58452a" /><Relationship Type="http://schemas.openxmlformats.org/officeDocument/2006/relationships/slide" Target="/ppt/slides/slide18.xml" Id="R1e2dafd9e041488c" /><Relationship Type="http://schemas.openxmlformats.org/officeDocument/2006/relationships/slide" Target="/ppt/slides/slide19.xml" Id="R62ee4885b7eb45cf" /><Relationship Type="http://schemas.openxmlformats.org/officeDocument/2006/relationships/slide" Target="/ppt/slides/slide20.xml" Id="R8ec1eae02efb4ba5" /><Relationship Type="http://schemas.openxmlformats.org/officeDocument/2006/relationships/slide" Target="/ppt/slides/slide21.xml" Id="Rf826e782853844fe" /><Relationship Type="http://schemas.openxmlformats.org/officeDocument/2006/relationships/slide" Target="/ppt/slides/slide22.xml" Id="Rf71f5ddefad74cd9" /><Relationship Type="http://schemas.openxmlformats.org/officeDocument/2006/relationships/slide" Target="/ppt/slides/slide23.xml" Id="R158f19c465cc4555" /><Relationship Type="http://schemas.openxmlformats.org/officeDocument/2006/relationships/slide" Target="/ppt/slides/slide24.xml" Id="R5dc17c2b8652471f" /><Relationship Type="http://schemas.openxmlformats.org/officeDocument/2006/relationships/slide" Target="/ppt/slides/slide25.xml" Id="R75fc2905d9e84566" /><Relationship Type="http://schemas.openxmlformats.org/officeDocument/2006/relationships/slide" Target="/ppt/slides/slide26.xml" Id="Rf2b20e91db4f49c3" /><Relationship Type="http://schemas.openxmlformats.org/officeDocument/2006/relationships/slide" Target="/ppt/slides/slide27.xml" Id="R6b1219159676482d" /><Relationship Type="http://schemas.openxmlformats.org/officeDocument/2006/relationships/slide" Target="/ppt/slides/slide28.xml" Id="Rdfe627d243a34b89" /><Relationship Type="http://schemas.openxmlformats.org/officeDocument/2006/relationships/slide" Target="/ppt/slides/slide29.xml" Id="R6171390db7a544bb" /><Relationship Type="http://schemas.openxmlformats.org/officeDocument/2006/relationships/slide" Target="/ppt/slides/slide30.xml" Id="R5b57994aea2e4dd3" /><Relationship Type="http://schemas.openxmlformats.org/officeDocument/2006/relationships/slide" Target="/ppt/slides/slide31.xml" Id="R0364109b0e9f42f1" /><Relationship Type="http://schemas.openxmlformats.org/officeDocument/2006/relationships/slide" Target="/ppt/slides/slide32.xml" Id="R10e83b5b8c2e4efb" /><Relationship Type="http://schemas.openxmlformats.org/officeDocument/2006/relationships/slide" Target="/ppt/slides/slide33.xml" Id="R207981bed16f4068" /><Relationship Type="http://schemas.openxmlformats.org/officeDocument/2006/relationships/slide" Target="/ppt/slides/slide34.xml" Id="Rc2b2d7ee0a6b48a7" /><Relationship Type="http://schemas.openxmlformats.org/officeDocument/2006/relationships/slide" Target="/ppt/slides/slide35.xml" Id="Red3114650f4c4c5b" /><Relationship Type="http://schemas.openxmlformats.org/officeDocument/2006/relationships/slide" Target="/ppt/slides/slide36.xml" Id="R4a85191eeaa745f3" /><Relationship Type="http://schemas.openxmlformats.org/officeDocument/2006/relationships/slide" Target="/ppt/slides/slide37.xml" Id="R23cd8ebc8d7540e2" /><Relationship Type="http://schemas.openxmlformats.org/officeDocument/2006/relationships/slide" Target="/ppt/slides/slide38.xml" Id="Rd66851d6a73841f0" /><Relationship Type="http://schemas.openxmlformats.org/officeDocument/2006/relationships/slide" Target="/ppt/slides/slide39.xml" Id="R5cbbb01c19994212" /><Relationship Type="http://schemas.openxmlformats.org/officeDocument/2006/relationships/slide" Target="/ppt/slides/slide40.xml" Id="R9c6a9d6867454cb3" /><Relationship Type="http://schemas.openxmlformats.org/officeDocument/2006/relationships/slide" Target="/ppt/slides/slide41.xml" Id="Re07240021ee3474f" /><Relationship Type="http://schemas.openxmlformats.org/officeDocument/2006/relationships/slide" Target="/ppt/slides/slide42.xml" Id="R8f2f69e2dd994fbf" /><Relationship Type="http://schemas.openxmlformats.org/officeDocument/2006/relationships/slide" Target="/ppt/slides/slide43.xml" Id="R44b8957797db42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24b023a10645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43kiaezi">
      <a:majorFont>
        <a:latin typeface="微软雅黑"/>
        <a:ea typeface="微软雅黑"/>
        <a:cs typeface=""/>
      </a:majorFont>
      <a:minorFont>
        <a:latin typeface="微软雅黑"/>
        <a:ea typeface="微软雅黑"/>
        <a:cs typeface=""/>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a3cc084ebd4297" /><Relationship Type="http://schemas.openxmlformats.org/officeDocument/2006/relationships/notesMaster" Target="/ppt/notesMasters/notesMaster1.xml" Id="R42ff2a7504bf4c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0a609e40b6461f" /><Relationship Type="http://schemas.openxmlformats.org/officeDocument/2006/relationships/notesMaster" Target="/ppt/notesMasters/notesMaster1.xml" Id="R6996299bba0c4f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eb0511683549f3" /><Relationship Type="http://schemas.openxmlformats.org/officeDocument/2006/relationships/notesMaster" Target="/ppt/notesMasters/notesMaster1.xml" Id="R73c66487966145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c48da2732c4a9b" /><Relationship Type="http://schemas.openxmlformats.org/officeDocument/2006/relationships/notesMaster" Target="/ppt/notesMasters/notesMaster1.xml" Id="R3914337fd20e4b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218e99080542a1" /><Relationship Type="http://schemas.openxmlformats.org/officeDocument/2006/relationships/notesMaster" Target="/ppt/notesMasters/notesMaster1.xml" Id="Rb2388174b3984b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fa3504734946b8" /><Relationship Type="http://schemas.openxmlformats.org/officeDocument/2006/relationships/notesMaster" Target="/ppt/notesMasters/notesMaster1.xml" Id="Rce038c527e604c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f9fa04bd4e41c0" /><Relationship Type="http://schemas.openxmlformats.org/officeDocument/2006/relationships/notesMaster" Target="/ppt/notesMasters/notesMaster1.xml" Id="Rcd407fff396d42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c0095ec64d4251" /><Relationship Type="http://schemas.openxmlformats.org/officeDocument/2006/relationships/notesMaster" Target="/ppt/notesMasters/notesMaster1.xml" Id="Rdbe084e27ac249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a60b9965be4dd8" /><Relationship Type="http://schemas.openxmlformats.org/officeDocument/2006/relationships/notesMaster" Target="/ppt/notesMasters/notesMaster1.xml" Id="R00c2dd499a8e41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d8519bfc7d43b0" /><Relationship Type="http://schemas.openxmlformats.org/officeDocument/2006/relationships/notesMaster" Target="/ppt/notesMasters/notesMaster1.xml" Id="R34846a6bcaa143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964e1996b243a1" /><Relationship Type="http://schemas.openxmlformats.org/officeDocument/2006/relationships/notesMaster" Target="/ppt/notesMasters/notesMaster1.xml" Id="Re125a064eb2e43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30d2b5dc754147" /><Relationship Type="http://schemas.openxmlformats.org/officeDocument/2006/relationships/notesMaster" Target="/ppt/notesMasters/notesMaster1.xml" Id="R49148204382746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4cee1778b1455e" /><Relationship Type="http://schemas.openxmlformats.org/officeDocument/2006/relationships/notesMaster" Target="/ppt/notesMasters/notesMaster1.xml" Id="R00c62ea5f74840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d65fac13d8422d" /><Relationship Type="http://schemas.openxmlformats.org/officeDocument/2006/relationships/notesMaster" Target="/ppt/notesMasters/notesMaster1.xml" Id="R1643ee7b020d48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6bc6113e064b97" /><Relationship Type="http://schemas.openxmlformats.org/officeDocument/2006/relationships/notesMaster" Target="/ppt/notesMasters/notesMaster1.xml" Id="R857689b2d84940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898ee339c54f56" /><Relationship Type="http://schemas.openxmlformats.org/officeDocument/2006/relationships/notesMaster" Target="/ppt/notesMasters/notesMaster1.xml" Id="Rfadb5156e2db45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a5036360ce480c" /><Relationship Type="http://schemas.openxmlformats.org/officeDocument/2006/relationships/notesMaster" Target="/ppt/notesMasters/notesMaster1.xml" Id="R472416d3443a49d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4b9649d4e045f1" /><Relationship Type="http://schemas.openxmlformats.org/officeDocument/2006/relationships/notesMaster" Target="/ppt/notesMasters/notesMaster1.xml" Id="Rc2518909d4b14f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0fc2a297e849df" /><Relationship Type="http://schemas.openxmlformats.org/officeDocument/2006/relationships/notesMaster" Target="/ppt/notesMasters/notesMaster1.xml" Id="R90ecdf1558e54f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0d407a83ef04a1d" /><Relationship Type="http://schemas.openxmlformats.org/officeDocument/2006/relationships/notesMaster" Target="/ppt/notesMasters/notesMaster1.xml" Id="R9c21726d72f14e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7c2e00dd844f3c" /><Relationship Type="http://schemas.openxmlformats.org/officeDocument/2006/relationships/notesMaster" Target="/ppt/notesMasters/notesMaster1.xml" Id="R90b97bdb709446b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9cff94cfdd4f0c" /><Relationship Type="http://schemas.openxmlformats.org/officeDocument/2006/relationships/notesMaster" Target="/ppt/notesMasters/notesMaster1.xml" Id="R4a2dd053835e48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e8cfdfed0914594" /><Relationship Type="http://schemas.openxmlformats.org/officeDocument/2006/relationships/notesMaster" Target="/ppt/notesMasters/notesMaster1.xml" Id="Rc5124d68daa344b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c0fbfcf3504375" /><Relationship Type="http://schemas.openxmlformats.org/officeDocument/2006/relationships/notesMaster" Target="/ppt/notesMasters/notesMaster1.xml" Id="R250a0ea2ddb3404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9201c7ff97c46a8" /><Relationship Type="http://schemas.openxmlformats.org/officeDocument/2006/relationships/notesMaster" Target="/ppt/notesMasters/notesMaster1.xml" Id="R1a78bfa417a7467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64ff1e3209c4969" /><Relationship Type="http://schemas.openxmlformats.org/officeDocument/2006/relationships/notesMaster" Target="/ppt/notesMasters/notesMaster1.xml" Id="R10e9eb79045545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393cd410a61419a" /><Relationship Type="http://schemas.openxmlformats.org/officeDocument/2006/relationships/notesMaster" Target="/ppt/notesMasters/notesMaster1.xml" Id="R21dc0184b4e94c3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38d2d7a47b34681" /><Relationship Type="http://schemas.openxmlformats.org/officeDocument/2006/relationships/notesMaster" Target="/ppt/notesMasters/notesMaster1.xml" Id="R9c9ec3e41ab34e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31a147f6d8d491f" /><Relationship Type="http://schemas.openxmlformats.org/officeDocument/2006/relationships/notesMaster" Target="/ppt/notesMasters/notesMaster1.xml" Id="R89fef76d5fb14fa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54b940dd01a4cf5" /><Relationship Type="http://schemas.openxmlformats.org/officeDocument/2006/relationships/notesMaster" Target="/ppt/notesMasters/notesMaster1.xml" Id="R443e0a8608834de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4946eaf7cf64d7b" /><Relationship Type="http://schemas.openxmlformats.org/officeDocument/2006/relationships/notesMaster" Target="/ppt/notesMasters/notesMaster1.xml" Id="R0b480af08bc84f4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df0a052c66b49d0" /><Relationship Type="http://schemas.openxmlformats.org/officeDocument/2006/relationships/notesMaster" Target="/ppt/notesMasters/notesMaster1.xml" Id="Ra5e765fdba93409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aeddb5d4c004a3a" /><Relationship Type="http://schemas.openxmlformats.org/officeDocument/2006/relationships/notesMaster" Target="/ppt/notesMasters/notesMaster1.xml" Id="R285d67fe1fa2409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69b15a8e4c04da5" /><Relationship Type="http://schemas.openxmlformats.org/officeDocument/2006/relationships/notesMaster" Target="/ppt/notesMasters/notesMaster1.xml" Id="Rbd86013f3163460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648644c1e5b470b" /><Relationship Type="http://schemas.openxmlformats.org/officeDocument/2006/relationships/notesMaster" Target="/ppt/notesMasters/notesMaster1.xml" Id="R2fa2d5f8b6f44ff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671f4e2f4864303" /><Relationship Type="http://schemas.openxmlformats.org/officeDocument/2006/relationships/notesMaster" Target="/ppt/notesMasters/notesMaster1.xml" Id="R2c6166b0685b480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9e656fe26f643c2" /><Relationship Type="http://schemas.openxmlformats.org/officeDocument/2006/relationships/notesMaster" Target="/ppt/notesMasters/notesMaster1.xml" Id="R287a09f75f59451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9a865578198458c" /><Relationship Type="http://schemas.openxmlformats.org/officeDocument/2006/relationships/notesMaster" Target="/ppt/notesMasters/notesMaster1.xml" Id="R3779661b5307433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1ea7fb669944ace" /><Relationship Type="http://schemas.openxmlformats.org/officeDocument/2006/relationships/notesMaster" Target="/ppt/notesMasters/notesMaster1.xml" Id="R5b74fec885eb4ad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e3fb6bcb87643f4" /><Relationship Type="http://schemas.openxmlformats.org/officeDocument/2006/relationships/notesMaster" Target="/ppt/notesMasters/notesMaster1.xml" Id="Rb32c4a47eb60487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bc057ccfdee4a4d" /><Relationship Type="http://schemas.openxmlformats.org/officeDocument/2006/relationships/notesMaster" Target="/ppt/notesMasters/notesMaster1.xml" Id="Re2bb9c236adb484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ca2f815090d40ed" /><Relationship Type="http://schemas.openxmlformats.org/officeDocument/2006/relationships/notesMaster" Target="/ppt/notesMasters/notesMaster1.xml" Id="R09d6e894123244f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02ab3c9fba24367" /><Relationship Type="http://schemas.openxmlformats.org/officeDocument/2006/relationships/notesMaster" Target="/ppt/notesMasters/notesMaster1.xml" Id="R6beb08ce4d0248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ts val="0"/>
              </a:spcBef>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a5c16bff3947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9d91af6ca042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495da2626746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af0e5bdbf34c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ab8f17dd1345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06047e0b944d4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f21e209471b437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6cf92ee58ec4de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1208c4218c34d0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68d960e5c61420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cfca5c7c315497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c47cb9ece444ef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0f4532f066440b7"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BD0223F-8693-48A0-A5E8-3DAB0FA44478}"/>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C8B516AC-0DE4-4EB9-AEED-2A4133C67FE7}"/>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5ED9E36B-389F-46E3-BB12-B25B65B3CA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5" name="页脚占位符 4">
            <a:extLst xmlns:a="http://schemas.openxmlformats.org/drawingml/2006/main">
              <a:ext uri="{FF2B5EF4-FFF2-40B4-BE49-F238E27FC236}">
                <a16:creationId xmlns:a16="http://schemas.microsoft.com/office/drawing/2014/main" id="{A2FCB3FE-C810-4A04-A400-37AC43CB36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6" name="灯片编号占位符 5">
            <a:extLst xmlns:a="http://schemas.openxmlformats.org/drawingml/2006/main">
              <a:ext uri="{FF2B5EF4-FFF2-40B4-BE49-F238E27FC236}">
                <a16:creationId xmlns:a16="http://schemas.microsoft.com/office/drawing/2014/main" id="{66DDD1D5-A9F3-4361-835E-D568E5EA4D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C8A0E93-8245-4829-9F05-905CB06898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EBC12A1C-D9BE-4B4B-A4EA-E85A2A64620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4" name="日期占位符 3">
            <a:extLst xmlns:a="http://schemas.openxmlformats.org/drawingml/2006/main">
              <a:ext uri="{FF2B5EF4-FFF2-40B4-BE49-F238E27FC236}">
                <a16:creationId xmlns:a16="http://schemas.microsoft.com/office/drawing/2014/main" id="{E8B0D4BC-D077-4554-BF64-A5940BAB12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5" name="页脚占位符 4">
            <a:extLst xmlns:a="http://schemas.openxmlformats.org/drawingml/2006/main">
              <a:ext uri="{FF2B5EF4-FFF2-40B4-BE49-F238E27FC236}">
                <a16:creationId xmlns:a16="http://schemas.microsoft.com/office/drawing/2014/main" id="{E2BB4D3A-2D4F-4AAD-BDA5-60FB2B328F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6" name="灯片编号占位符 5">
            <a:extLst xmlns:a="http://schemas.openxmlformats.org/drawingml/2006/main">
              <a:ext uri="{FF2B5EF4-FFF2-40B4-BE49-F238E27FC236}">
                <a16:creationId xmlns:a16="http://schemas.microsoft.com/office/drawing/2014/main" id="{85659A09-4D70-42FB-B798-7F8FD26CB7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57D8594-7547-485D-89ED-4FE9435EE5F2}"/>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1B3CD485-5574-456C-BBD8-A037C33C5904}"/>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02EFBDA2-E75A-4E47-BF7A-14FED67AC5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5" name="页脚占位符 4">
            <a:extLst xmlns:a="http://schemas.openxmlformats.org/drawingml/2006/main">
              <a:ext uri="{FF2B5EF4-FFF2-40B4-BE49-F238E27FC236}">
                <a16:creationId xmlns:a16="http://schemas.microsoft.com/office/drawing/2014/main" id="{1E0CD680-8085-4510-AFC1-481CF21F66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6" name="灯片编号占位符 5">
            <a:extLst xmlns:a="http://schemas.openxmlformats.org/drawingml/2006/main">
              <a:ext uri="{FF2B5EF4-FFF2-40B4-BE49-F238E27FC236}">
                <a16:creationId xmlns:a16="http://schemas.microsoft.com/office/drawing/2014/main" id="{20D2B72E-3D7C-4B4E-B17A-2A95BD35E1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7C2C5B4-C2E1-49F5-BC80-784A203F5F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141E9039-209A-4444-BB23-E3C854E79551}"/>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4" name="内容占位符 3">
            <a:extLst xmlns:a="http://schemas.openxmlformats.org/drawingml/2006/main">
              <a:ext uri="{FF2B5EF4-FFF2-40B4-BE49-F238E27FC236}">
                <a16:creationId xmlns:a16="http://schemas.microsoft.com/office/drawing/2014/main" id="{3CE3E455-3B01-486F-9FC9-B3D0E1AD0BC7}"/>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5" name="日期占位符 3">
            <a:extLst xmlns:a="http://schemas.openxmlformats.org/drawingml/2006/main">
              <a:ext uri="{FF2B5EF4-FFF2-40B4-BE49-F238E27FC236}">
                <a16:creationId xmlns:a16="http://schemas.microsoft.com/office/drawing/2014/main" id="{0B23055D-2277-4446-9800-9CE55B6BC3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6" name="页脚占位符 4">
            <a:extLst xmlns:a="http://schemas.openxmlformats.org/drawingml/2006/main">
              <a:ext uri="{FF2B5EF4-FFF2-40B4-BE49-F238E27FC236}">
                <a16:creationId xmlns:a16="http://schemas.microsoft.com/office/drawing/2014/main" id="{E348944D-9958-447A-B76D-4CD17F89E5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7" name="灯片编号占位符 5">
            <a:extLst xmlns:a="http://schemas.openxmlformats.org/drawingml/2006/main">
              <a:ext uri="{FF2B5EF4-FFF2-40B4-BE49-F238E27FC236}">
                <a16:creationId xmlns:a16="http://schemas.microsoft.com/office/drawing/2014/main" id="{C6F99BB9-3E9B-4DC9-AC2A-D175AA9AE5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E317197D-DC00-4AE8-89D0-1CBD74FD279B}"/>
              </a:ext>
            </a:extLst>
          </p:cNvPr>
          <p:cNvSpPr>
            <a:spLocks xmlns:a="http://schemas.openxmlformats.org/drawingml/2006/main" noGrp="1"/>
          </p:cNvSpPr>
          <p:nvPr/>
        </p:nvSpPr>
        <p:spPr>
          <a:xfrm xmlns:a="http://schemas.openxmlformats.org/drawingml/2006/main">
            <a:off x="8782050" y="6430963"/>
            <a:ext cx="966788" cy="231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buNone/>
              <a:defRPr>
                <a:solidFill>
                  <a:schemeClr val="tx1"/>
                </a:solidFill>
                <a:latin typeface="微软雅黑"/>
                <a:ea typeface="微软雅黑"/>
                <a:cs typeface="微软雅黑"/>
              </a:defRPr>
            </a:lvl1pPr>
            <a:lvl2pPr marL="742950" indent="-285750">
              <a:buNone/>
              <a:defRPr>
                <a:solidFill>
                  <a:schemeClr val="tx1"/>
                </a:solidFill>
                <a:latin typeface="微软雅黑"/>
                <a:ea typeface="微软雅黑"/>
                <a:cs typeface="微软雅黑"/>
              </a:defRPr>
            </a:lvl2pPr>
            <a:lvl3pPr marL="1143000" indent="-228600">
              <a:buNone/>
              <a:defRPr>
                <a:solidFill>
                  <a:schemeClr val="tx1"/>
                </a:solidFill>
                <a:latin typeface="微软雅黑"/>
                <a:ea typeface="微软雅黑"/>
                <a:cs typeface="微软雅黑"/>
              </a:defRPr>
            </a:lvl3pPr>
            <a:lvl4pPr marL="1600200" indent="-228600">
              <a:buNone/>
              <a:defRPr>
                <a:solidFill>
                  <a:schemeClr val="tx1"/>
                </a:solidFill>
                <a:latin typeface="微软雅黑"/>
                <a:ea typeface="微软雅黑"/>
                <a:cs typeface="微软雅黑"/>
              </a:defRPr>
            </a:lvl4pPr>
            <a:lvl5pPr marL="2057400" indent="-228600">
              <a:buNone/>
              <a:defRPr>
                <a:solidFill>
                  <a:schemeClr val="tx1"/>
                </a:solidFill>
                <a:latin typeface="微软雅黑"/>
                <a:ea typeface="微软雅黑"/>
                <a:cs typeface="微软雅黑"/>
              </a:defRPr>
            </a:lvl5pPr>
            <a:lvl6pPr marL="2514600" indent="-228600">
              <a:spcBef>
                <a:spcPts val="0"/>
              </a:spcBef>
              <a:spcAft>
                <a:spcPts val="0"/>
              </a:spcAft>
              <a:buNone/>
              <a:defRPr>
                <a:solidFill>
                  <a:schemeClr val="tx1"/>
                </a:solidFill>
                <a:latin typeface="微软雅黑"/>
                <a:ea typeface="微软雅黑"/>
                <a:cs typeface="微软雅黑"/>
              </a:defRPr>
            </a:lvl6pPr>
            <a:lvl7pPr marL="2971800" indent="-228600">
              <a:spcBef>
                <a:spcPts val="0"/>
              </a:spcBef>
              <a:spcAft>
                <a:spcPts val="0"/>
              </a:spcAft>
              <a:buNone/>
              <a:defRPr>
                <a:solidFill>
                  <a:schemeClr val="tx1"/>
                </a:solidFill>
                <a:latin typeface="微软雅黑"/>
                <a:ea typeface="微软雅黑"/>
                <a:cs typeface="微软雅黑"/>
              </a:defRPr>
            </a:lvl7pPr>
            <a:lvl8pPr marL="3429000" indent="-228600">
              <a:spcBef>
                <a:spcPts val="0"/>
              </a:spcBef>
              <a:spcAft>
                <a:spcPts val="0"/>
              </a:spcAft>
              <a:buNone/>
              <a:defRPr>
                <a:solidFill>
                  <a:schemeClr val="tx1"/>
                </a:solidFill>
                <a:latin typeface="微软雅黑"/>
                <a:ea typeface="微软雅黑"/>
                <a:cs typeface="微软雅黑"/>
              </a:defRPr>
            </a:lvl8pPr>
            <a:lvl9pPr marL="3886200" indent="-228600">
              <a:spcBef>
                <a:spcPts val="0"/>
              </a:spcBef>
              <a:spcAft>
                <a:spcPts val="0"/>
              </a:spcAft>
              <a:buNone/>
              <a:defRPr>
                <a:solidFill>
                  <a:schemeClr val="tx1"/>
                </a:solidFill>
                <a:latin typeface="微软雅黑"/>
                <a:ea typeface="微软雅黑"/>
                <a:cs typeface="微软雅黑"/>
              </a:defRPr>
            </a:lvl9pPr>
          </a:lstStyle>
          <a:p xmlns:a="http://schemas.openxmlformats.org/drawingml/2006/main">
            <a:pPr>
              <a:buNone/>
            </a:pPr>
            <a:r>
              <a:rPr sz="100">
                <a:solidFill>
                  <a:srgbClr val="FFFFFF"/>
                </a:solidFill>
                <a:latin typeface="Calibri"/>
                <a:ea typeface="Calibri"/>
                <a:cs typeface="Calibri"/>
              </a:rPr>
              <a:t>PPT</a:t>
            </a:r>
            <a:r>
              <a:rPr sz="100">
                <a:solidFill>
                  <a:srgbClr val="FFFFFF"/>
                </a:solidFill>
                <a:latin typeface="Calibri"/>
                <a:ea typeface="Calibri"/>
                <a:cs typeface="Calibri"/>
              </a:rPr>
              <a:t>模板下载：</a:t>
            </a:r>
            <a:r>
              <a:rPr sz="100">
                <a:solidFill>
                  <a:srgbClr val="FFFFFF"/>
                </a:solidFill>
                <a:latin typeface="Calibri"/>
                <a:ea typeface="Calibri"/>
                <a:cs typeface="Calibri"/>
              </a:rPr>
              <a:t>www.1ppt.com/moban/          </a:t>
            </a:r>
            <a:r>
              <a:rPr sz="100">
                <a:solidFill>
                  <a:srgbClr val="FFFFFF"/>
                </a:solidFill>
                <a:latin typeface="Calibri"/>
                <a:ea typeface="Calibri"/>
                <a:cs typeface="Calibri"/>
              </a:rPr>
              <a:t>行业</a:t>
            </a:r>
            <a:r>
              <a:rPr sz="100">
                <a:solidFill>
                  <a:srgbClr val="FFFFFF"/>
                </a:solidFill>
                <a:latin typeface="Calibri"/>
                <a:ea typeface="Calibri"/>
                <a:cs typeface="Calibri"/>
              </a:rPr>
              <a:t>PPT</a:t>
            </a:r>
            <a:r>
              <a:rPr sz="100">
                <a:solidFill>
                  <a:srgbClr val="FFFFFF"/>
                </a:solidFill>
                <a:latin typeface="Calibri"/>
                <a:ea typeface="Calibri"/>
                <a:cs typeface="Calibri"/>
              </a:rPr>
              <a:t>模板：</a:t>
            </a:r>
            <a:r>
              <a:rPr sz="100">
                <a:solidFill>
                  <a:srgbClr val="FFFFFF"/>
                </a:solidFill>
                <a:latin typeface="Calibri"/>
                <a:ea typeface="Calibri"/>
                <a:cs typeface="Calibri"/>
              </a:rPr>
              <a:t>www.1ppt.com/hangye/ </a:t>
            </a:r>
          </a:p>
          <a:p xmlns:a="http://schemas.openxmlformats.org/drawingml/2006/main">
            <a:pPr>
              <a:buNone/>
            </a:pPr>
            <a:r>
              <a:rPr sz="100">
                <a:solidFill>
                  <a:srgbClr val="FFFFFF"/>
                </a:solidFill>
                <a:latin typeface="Calibri"/>
                <a:ea typeface="Calibri"/>
                <a:cs typeface="Calibri"/>
              </a:rPr>
              <a:t>节日</a:t>
            </a:r>
            <a:r>
              <a:rPr sz="100">
                <a:solidFill>
                  <a:srgbClr val="FFFFFF"/>
                </a:solidFill>
                <a:latin typeface="Calibri"/>
                <a:ea typeface="Calibri"/>
                <a:cs typeface="Calibri"/>
              </a:rPr>
              <a:t>PPT</a:t>
            </a:r>
            <a:r>
              <a:rPr sz="100">
                <a:solidFill>
                  <a:srgbClr val="FFFFFF"/>
                </a:solidFill>
                <a:latin typeface="Calibri"/>
                <a:ea typeface="Calibri"/>
                <a:cs typeface="Calibri"/>
              </a:rPr>
              <a:t>模板：</a:t>
            </a:r>
            <a:r>
              <a:rPr sz="100">
                <a:solidFill>
                  <a:srgbClr val="FFFFFF"/>
                </a:solidFill>
                <a:latin typeface="Calibri"/>
                <a:ea typeface="Calibri"/>
                <a:cs typeface="Calibri"/>
              </a:rPr>
              <a:t>www.1ppt.com/jieri/          PPT</a:t>
            </a:r>
            <a:r>
              <a:rPr sz="100">
                <a:solidFill>
                  <a:srgbClr val="FFFFFF"/>
                </a:solidFill>
                <a:latin typeface="Calibri"/>
                <a:ea typeface="Calibri"/>
                <a:cs typeface="Calibri"/>
              </a:rPr>
              <a:t>素材：</a:t>
            </a:r>
            <a:r>
              <a:rPr sz="100">
                <a:solidFill>
                  <a:srgbClr val="FFFFFF"/>
                </a:solidFill>
                <a:latin typeface="Calibri"/>
                <a:ea typeface="Calibri"/>
                <a:cs typeface="Calibri"/>
              </a:rPr>
              <a:t>www.1ppt.com/sucai/</a:t>
            </a:r>
          </a:p>
          <a:p xmlns:a="http://schemas.openxmlformats.org/drawingml/2006/main">
            <a:pPr>
              <a:buNone/>
            </a:pPr>
            <a:r>
              <a:rPr sz="100">
                <a:solidFill>
                  <a:srgbClr val="FFFFFF"/>
                </a:solidFill>
                <a:latin typeface="Calibri"/>
                <a:ea typeface="Calibri"/>
                <a:cs typeface="Calibri"/>
              </a:rPr>
              <a:t>PPT</a:t>
            </a:r>
            <a:r>
              <a:rPr sz="100">
                <a:solidFill>
                  <a:srgbClr val="FFFFFF"/>
                </a:solidFill>
                <a:latin typeface="Calibri"/>
                <a:ea typeface="Calibri"/>
                <a:cs typeface="Calibri"/>
              </a:rPr>
              <a:t>背景图片：</a:t>
            </a:r>
            <a:r>
              <a:rPr sz="100">
                <a:solidFill>
                  <a:srgbClr val="FFFFFF"/>
                </a:solidFill>
                <a:latin typeface="Calibri"/>
                <a:ea typeface="Calibri"/>
                <a:cs typeface="Calibri"/>
              </a:rPr>
              <a:t>www.1ppt.com/beijing/        PPT</a:t>
            </a:r>
            <a:r>
              <a:rPr sz="100">
                <a:solidFill>
                  <a:srgbClr val="FFFFFF"/>
                </a:solidFill>
                <a:latin typeface="Calibri"/>
                <a:ea typeface="Calibri"/>
                <a:cs typeface="Calibri"/>
              </a:rPr>
              <a:t>图表：</a:t>
            </a:r>
            <a:r>
              <a:rPr sz="100">
                <a:solidFill>
                  <a:srgbClr val="FFFFFF"/>
                </a:solidFill>
                <a:latin typeface="Calibri"/>
                <a:ea typeface="Calibri"/>
                <a:cs typeface="Calibri"/>
              </a:rPr>
              <a:t>www.1ppt.com/tubiao/      </a:t>
            </a:r>
          </a:p>
          <a:p xmlns:a="http://schemas.openxmlformats.org/drawingml/2006/main">
            <a:pPr>
              <a:buNone/>
            </a:pPr>
            <a:r>
              <a:rPr sz="100">
                <a:solidFill>
                  <a:srgbClr val="FFFFFF"/>
                </a:solidFill>
                <a:latin typeface="Calibri"/>
                <a:ea typeface="Calibri"/>
                <a:cs typeface="Calibri"/>
              </a:rPr>
              <a:t>精美</a:t>
            </a:r>
            <a:r>
              <a:rPr sz="100">
                <a:solidFill>
                  <a:srgbClr val="FFFFFF"/>
                </a:solidFill>
                <a:latin typeface="Calibri"/>
                <a:ea typeface="Calibri"/>
                <a:cs typeface="Calibri"/>
              </a:rPr>
              <a:t>PPT</a:t>
            </a:r>
            <a:r>
              <a:rPr sz="100">
                <a:solidFill>
                  <a:srgbClr val="FFFFFF"/>
                </a:solidFill>
                <a:latin typeface="Calibri"/>
                <a:ea typeface="Calibri"/>
                <a:cs typeface="Calibri"/>
              </a:rPr>
              <a:t>下载：</a:t>
            </a:r>
            <a:r>
              <a:rPr sz="100">
                <a:solidFill>
                  <a:srgbClr val="FFFFFF"/>
                </a:solidFill>
                <a:latin typeface="Calibri"/>
                <a:ea typeface="Calibri"/>
                <a:cs typeface="Calibri"/>
              </a:rPr>
              <a:t>www.1ppt.com/xiazai/         PPT</a:t>
            </a:r>
            <a:r>
              <a:rPr sz="100">
                <a:solidFill>
                  <a:srgbClr val="FFFFFF"/>
                </a:solidFill>
                <a:latin typeface="Calibri"/>
                <a:ea typeface="Calibri"/>
                <a:cs typeface="Calibri"/>
              </a:rPr>
              <a:t>教程： </a:t>
            </a:r>
            <a:r>
              <a:rPr sz="100">
                <a:solidFill>
                  <a:srgbClr val="FFFFFF"/>
                </a:solidFill>
                <a:latin typeface="Calibri"/>
                <a:ea typeface="Calibri"/>
                <a:cs typeface="Calibri"/>
              </a:rPr>
              <a:t>www.1ppt.com/powerpoint/      </a:t>
            </a:r>
          </a:p>
          <a:p xmlns:a="http://schemas.openxmlformats.org/drawingml/2006/main">
            <a:pPr>
              <a:buNone/>
            </a:pPr>
            <a:r>
              <a:rPr sz="100">
                <a:solidFill>
                  <a:srgbClr val="FFFFFF"/>
                </a:solidFill>
                <a:latin typeface="Calibri"/>
                <a:ea typeface="Calibri"/>
                <a:cs typeface="Calibri"/>
              </a:rPr>
              <a:t>PPT</a:t>
            </a:r>
            <a:r>
              <a:rPr sz="100">
                <a:solidFill>
                  <a:srgbClr val="FFFFFF"/>
                </a:solidFill>
                <a:latin typeface="Calibri"/>
                <a:ea typeface="Calibri"/>
                <a:cs typeface="Calibri"/>
              </a:rPr>
              <a:t>课件：</a:t>
            </a:r>
            <a:r>
              <a:rPr sz="100">
                <a:solidFill>
                  <a:srgbClr val="FFFFFF"/>
                </a:solidFill>
                <a:latin typeface="Calibri"/>
                <a:ea typeface="Calibri"/>
                <a:cs typeface="Calibri"/>
              </a:rPr>
              <a:t>www.1ppt.com/kejian/             </a:t>
            </a:r>
            <a:r>
              <a:rPr sz="100">
                <a:solidFill>
                  <a:srgbClr val="FFFFFF"/>
                </a:solidFill>
                <a:latin typeface="Calibri"/>
                <a:ea typeface="Calibri"/>
                <a:cs typeface="Calibri"/>
              </a:rPr>
              <a:t>字体下载：</a:t>
            </a:r>
            <a:r>
              <a:rPr sz="100">
                <a:solidFill>
                  <a:srgbClr val="FFFFFF"/>
                </a:solidFill>
                <a:latin typeface="Calibri"/>
                <a:ea typeface="Calibri"/>
                <a:cs typeface="Calibri"/>
              </a:rPr>
              <a:t>www.1ppt.com/ziti/</a:t>
            </a:r>
          </a:p>
          <a:p xmlns:a="http://schemas.openxmlformats.org/drawingml/2006/main">
            <a:pPr>
              <a:buNone/>
            </a:pPr>
            <a:r>
              <a:rPr sz="100">
                <a:solidFill>
                  <a:srgbClr val="FFFFFF"/>
                </a:solidFill>
                <a:latin typeface="Calibri"/>
                <a:ea typeface="Calibri"/>
                <a:cs typeface="Calibri"/>
              </a:rPr>
              <a:t>工作总结</a:t>
            </a:r>
            <a:r>
              <a:rPr sz="100">
                <a:solidFill>
                  <a:srgbClr val="FFFFFF"/>
                </a:solidFill>
                <a:latin typeface="Calibri"/>
                <a:ea typeface="Calibri"/>
                <a:cs typeface="Calibri"/>
              </a:rPr>
              <a:t>PPT</a:t>
            </a:r>
            <a:r>
              <a:rPr sz="100">
                <a:solidFill>
                  <a:srgbClr val="FFFFFF"/>
                </a:solidFill>
                <a:latin typeface="Calibri"/>
                <a:ea typeface="Calibri"/>
                <a:cs typeface="Calibri"/>
              </a:rPr>
              <a:t>：</a:t>
            </a:r>
            <a:r>
              <a:rPr sz="100">
                <a:solidFill>
                  <a:srgbClr val="FFFFFF"/>
                </a:solidFill>
                <a:latin typeface="Calibri"/>
                <a:ea typeface="Calibri"/>
                <a:cs typeface="Calibri"/>
              </a:rPr>
              <a:t>www.1ppt.com/xiazai/zongjie/ </a:t>
            </a:r>
            <a:r>
              <a:rPr sz="100">
                <a:solidFill>
                  <a:srgbClr val="FFFFFF"/>
                </a:solidFill>
                <a:latin typeface="Calibri"/>
                <a:ea typeface="Calibri"/>
                <a:cs typeface="Calibri"/>
              </a:rPr>
              <a:t>工作计划：</a:t>
            </a:r>
            <a:r>
              <a:rPr sz="100">
                <a:solidFill>
                  <a:srgbClr val="FFFFFF"/>
                </a:solidFill>
                <a:latin typeface="Calibri"/>
                <a:ea typeface="Calibri"/>
                <a:cs typeface="Calibri"/>
              </a:rPr>
              <a:t>www.1ppt.com/xiazai/jihua/</a:t>
            </a:r>
          </a:p>
          <a:p xmlns:a="http://schemas.openxmlformats.org/drawingml/2006/main">
            <a:pPr>
              <a:buNone/>
            </a:pPr>
            <a:r>
              <a:rPr sz="100">
                <a:solidFill>
                  <a:srgbClr val="FFFFFF"/>
                </a:solidFill>
                <a:latin typeface="Calibri"/>
                <a:ea typeface="Calibri"/>
                <a:cs typeface="Calibri"/>
              </a:rPr>
              <a:t>商务</a:t>
            </a:r>
            <a:r>
              <a:rPr sz="100">
                <a:solidFill>
                  <a:srgbClr val="FFFFFF"/>
                </a:solidFill>
                <a:latin typeface="Calibri"/>
                <a:ea typeface="Calibri"/>
                <a:cs typeface="Calibri"/>
              </a:rPr>
              <a:t>PPT</a:t>
            </a:r>
            <a:r>
              <a:rPr sz="100">
                <a:solidFill>
                  <a:srgbClr val="FFFFFF"/>
                </a:solidFill>
                <a:latin typeface="Calibri"/>
                <a:ea typeface="Calibri"/>
                <a:cs typeface="Calibri"/>
              </a:rPr>
              <a:t>模板：</a:t>
            </a:r>
            <a:r>
              <a:rPr sz="100">
                <a:solidFill>
                  <a:srgbClr val="FFFFFF"/>
                </a:solidFill>
                <a:latin typeface="Calibri"/>
                <a:ea typeface="Calibri"/>
                <a:cs typeface="Calibri"/>
              </a:rPr>
              <a:t>www.1ppt.com/moban/shangwu/  </a:t>
            </a:r>
            <a:r>
              <a:rPr sz="100">
                <a:solidFill>
                  <a:srgbClr val="FFFFFF"/>
                </a:solidFill>
                <a:latin typeface="Calibri"/>
                <a:ea typeface="Calibri"/>
                <a:cs typeface="Calibri"/>
              </a:rPr>
              <a:t>个人简历</a:t>
            </a:r>
            <a:r>
              <a:rPr sz="100">
                <a:solidFill>
                  <a:srgbClr val="FFFFFF"/>
                </a:solidFill>
                <a:latin typeface="Calibri"/>
                <a:ea typeface="Calibri"/>
                <a:cs typeface="Calibri"/>
              </a:rPr>
              <a:t>PPT</a:t>
            </a:r>
            <a:r>
              <a:rPr sz="100">
                <a:solidFill>
                  <a:srgbClr val="FFFFFF"/>
                </a:solidFill>
                <a:latin typeface="Calibri"/>
                <a:ea typeface="Calibri"/>
                <a:cs typeface="Calibri"/>
              </a:rPr>
              <a:t>：</a:t>
            </a:r>
            <a:r>
              <a:rPr sz="100">
                <a:solidFill>
                  <a:srgbClr val="FFFFFF"/>
                </a:solidFill>
                <a:latin typeface="Calibri"/>
                <a:ea typeface="Calibri"/>
                <a:cs typeface="Calibri"/>
              </a:rPr>
              <a:t>www.1ppt.com/xiazai/jianli/  </a:t>
            </a:r>
          </a:p>
          <a:p xmlns:a="http://schemas.openxmlformats.org/drawingml/2006/main">
            <a:pPr>
              <a:buNone/>
            </a:pPr>
            <a:r>
              <a:rPr sz="100">
                <a:solidFill>
                  <a:srgbClr val="FFFFFF"/>
                </a:solidFill>
                <a:latin typeface="Calibri"/>
                <a:ea typeface="Calibri"/>
                <a:cs typeface="Calibri"/>
              </a:rPr>
              <a:t>毕业答辩</a:t>
            </a:r>
            <a:r>
              <a:rPr sz="100">
                <a:solidFill>
                  <a:srgbClr val="FFFFFF"/>
                </a:solidFill>
                <a:latin typeface="Calibri"/>
                <a:ea typeface="Calibri"/>
                <a:cs typeface="Calibri"/>
              </a:rPr>
              <a:t>PPT</a:t>
            </a:r>
            <a:r>
              <a:rPr sz="100">
                <a:solidFill>
                  <a:srgbClr val="FFFFFF"/>
                </a:solidFill>
                <a:latin typeface="Calibri"/>
                <a:ea typeface="Calibri"/>
                <a:cs typeface="Calibri"/>
              </a:rPr>
              <a:t>：</a:t>
            </a:r>
            <a:r>
              <a:rPr sz="100">
                <a:solidFill>
                  <a:srgbClr val="FFFFFF"/>
                </a:solidFill>
                <a:latin typeface="Calibri"/>
                <a:ea typeface="Calibri"/>
                <a:cs typeface="Calibri"/>
              </a:rPr>
              <a:t>www.1ppt.com/xiazai/dabian/  </a:t>
            </a:r>
            <a:r>
              <a:rPr sz="100">
                <a:solidFill>
                  <a:srgbClr val="FFFFFF"/>
                </a:solidFill>
                <a:latin typeface="Calibri"/>
                <a:ea typeface="Calibri"/>
                <a:cs typeface="Calibri"/>
              </a:rPr>
              <a:t>工作汇报</a:t>
            </a:r>
            <a:r>
              <a:rPr sz="100">
                <a:solidFill>
                  <a:srgbClr val="FFFFFF"/>
                </a:solidFill>
                <a:latin typeface="Calibri"/>
                <a:ea typeface="Calibri"/>
                <a:cs typeface="Calibri"/>
              </a:rPr>
              <a:t>PPT</a:t>
            </a:r>
            <a:r>
              <a:rPr sz="100">
                <a:solidFill>
                  <a:srgbClr val="FFFFFF"/>
                </a:solidFill>
                <a:latin typeface="Calibri"/>
                <a:ea typeface="Calibri"/>
                <a:cs typeface="Calibri"/>
              </a:rPr>
              <a:t>：</a:t>
            </a:r>
            <a:r>
              <a:rPr sz="100">
                <a:solidFill>
                  <a:srgbClr val="FFFFFF"/>
                </a:solidFill>
                <a:latin typeface="Calibri"/>
                <a:ea typeface="Calibri"/>
                <a:cs typeface="Calibri"/>
              </a:rPr>
              <a:t>www.1ppt.com/xiazai/huibao/    </a:t>
            </a:r>
          </a:p>
          <a:p xmlns:a="http://schemas.openxmlformats.org/drawingml/2006/main">
            <a:pPr>
              <a:buNone/>
            </a:pPr>
            <a:r>
              <a:rPr sz="100">
                <a:solidFill>
                  <a:srgbClr val="FFFFFF"/>
                </a:solidFill>
                <a:latin typeface="Calibri"/>
                <a:ea typeface="Calibri"/>
                <a:cs typeface="Calibri"/>
              </a:rPr>
              <a:t> </a:t>
            </a:r>
          </a:p>
        </p:txBody>
      </p:sp>
      <p:sp>
        <p:nvSpPr>
          <p:cNvPr id="2" name="标题 1">
            <a:extLst xmlns:a="http://schemas.openxmlformats.org/drawingml/2006/main">
              <a:ext uri="{FF2B5EF4-FFF2-40B4-BE49-F238E27FC236}">
                <a16:creationId xmlns:a16="http://schemas.microsoft.com/office/drawing/2014/main" id="{1B255180-5830-4D7E-9E45-66E042B5CED2}"/>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7B112B77-6996-4333-9910-4E3BBFF28A1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528546F9-14A8-4328-8C09-EA2AC0D873B0}"/>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5" name="文本占位符 4">
            <a:extLst xmlns:a="http://schemas.openxmlformats.org/drawingml/2006/main">
              <a:ext uri="{FF2B5EF4-FFF2-40B4-BE49-F238E27FC236}">
                <a16:creationId xmlns:a16="http://schemas.microsoft.com/office/drawing/2014/main" id="{26002AA6-43C2-469B-98A2-0DA40473551D}"/>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7F25FDD0-290F-41FA-8BF7-C8A0E5F63F5E}"/>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8" name="日期占位符 6">
            <a:extLst xmlns:a="http://schemas.openxmlformats.org/drawingml/2006/main">
              <a:ext uri="{FF2B5EF4-FFF2-40B4-BE49-F238E27FC236}">
                <a16:creationId xmlns:a16="http://schemas.microsoft.com/office/drawing/2014/main" id="{CBB402D4-6240-457F-9FC0-3DBAAD1BAD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9" name="页脚占位符 7">
            <a:extLst xmlns:a="http://schemas.openxmlformats.org/drawingml/2006/main">
              <a:ext uri="{FF2B5EF4-FFF2-40B4-BE49-F238E27FC236}">
                <a16:creationId xmlns:a16="http://schemas.microsoft.com/office/drawing/2014/main" id="{A687FCBC-98EF-4616-BFA9-AD875D07CB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10" name="灯片编号占位符 8">
            <a:extLst xmlns:a="http://schemas.openxmlformats.org/drawingml/2006/main">
              <a:ext uri="{FF2B5EF4-FFF2-40B4-BE49-F238E27FC236}">
                <a16:creationId xmlns:a16="http://schemas.microsoft.com/office/drawing/2014/main" id="{08B72A1E-58D7-4255-AE91-ED459C2EF4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61671BF-F45F-40FA-8EAE-9AD661F4E2B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3">
            <a:extLst xmlns:a="http://schemas.openxmlformats.org/drawingml/2006/main">
              <a:ext uri="{FF2B5EF4-FFF2-40B4-BE49-F238E27FC236}">
                <a16:creationId xmlns:a16="http://schemas.microsoft.com/office/drawing/2014/main" id="{015212B0-2B05-4C0D-B918-B43368C6BB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4" name="页脚占位符 4">
            <a:extLst xmlns:a="http://schemas.openxmlformats.org/drawingml/2006/main">
              <a:ext uri="{FF2B5EF4-FFF2-40B4-BE49-F238E27FC236}">
                <a16:creationId xmlns:a16="http://schemas.microsoft.com/office/drawing/2014/main" id="{AA82E885-043B-4FC8-A97B-F39A3F254C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5" name="灯片编号占位符 5">
            <a:extLst xmlns:a="http://schemas.openxmlformats.org/drawingml/2006/main">
              <a:ext uri="{FF2B5EF4-FFF2-40B4-BE49-F238E27FC236}">
                <a16:creationId xmlns:a16="http://schemas.microsoft.com/office/drawing/2014/main" id="{902C8FA3-5E0A-40F0-ADB9-147D7922B3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3">
            <a:extLst xmlns:a="http://schemas.openxmlformats.org/drawingml/2006/main">
              <a:ext uri="{FF2B5EF4-FFF2-40B4-BE49-F238E27FC236}">
                <a16:creationId xmlns:a16="http://schemas.microsoft.com/office/drawing/2014/main" id="{5D143523-CC8D-4969-B2F0-67CFDA47F0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3" name="页脚占位符 4">
            <a:extLst xmlns:a="http://schemas.openxmlformats.org/drawingml/2006/main">
              <a:ext uri="{FF2B5EF4-FFF2-40B4-BE49-F238E27FC236}">
                <a16:creationId xmlns:a16="http://schemas.microsoft.com/office/drawing/2014/main" id="{58835553-D059-4D3B-A6EE-2FC5920FC5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4" name="灯片编号占位符 5">
            <a:extLst xmlns:a="http://schemas.openxmlformats.org/drawingml/2006/main">
              <a:ext uri="{FF2B5EF4-FFF2-40B4-BE49-F238E27FC236}">
                <a16:creationId xmlns:a16="http://schemas.microsoft.com/office/drawing/2014/main" id="{AF76F89C-DFCA-42CF-852C-3B166A451D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9FC6738-CE94-4C10-8545-A32EEFC2E31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002C7E78-4DD4-45E9-94EF-F2527EDD860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4" name="文本占位符 3">
            <a:extLst xmlns:a="http://schemas.openxmlformats.org/drawingml/2006/main">
              <a:ext uri="{FF2B5EF4-FFF2-40B4-BE49-F238E27FC236}">
                <a16:creationId xmlns:a16="http://schemas.microsoft.com/office/drawing/2014/main" id="{E522D160-A2E9-4355-9F0F-2F5A5AA2583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单击此处编辑母版文本样式</a:t>
            </a:r>
          </a:p>
        </p:txBody>
      </p:sp>
      <p:sp>
        <p:nvSpPr>
          <p:cNvPr id="5" name="日期占位符 3">
            <a:extLst xmlns:a="http://schemas.openxmlformats.org/drawingml/2006/main">
              <a:ext uri="{FF2B5EF4-FFF2-40B4-BE49-F238E27FC236}">
                <a16:creationId xmlns:a16="http://schemas.microsoft.com/office/drawing/2014/main" id="{AE8E2083-769C-411A-8B0B-06469CF482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6" name="页脚占位符 4">
            <a:extLst xmlns:a="http://schemas.openxmlformats.org/drawingml/2006/main">
              <a:ext uri="{FF2B5EF4-FFF2-40B4-BE49-F238E27FC236}">
                <a16:creationId xmlns:a16="http://schemas.microsoft.com/office/drawing/2014/main" id="{136245E1-4689-489C-BE89-B4D5CC90BC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7" name="灯片编号占位符 5">
            <a:extLst xmlns:a="http://schemas.openxmlformats.org/drawingml/2006/main">
              <a:ext uri="{FF2B5EF4-FFF2-40B4-BE49-F238E27FC236}">
                <a16:creationId xmlns:a16="http://schemas.microsoft.com/office/drawing/2014/main" id="{63FDE735-9C21-4561-B9C6-FEEAAA6CA6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BC51D20-B81F-4B24-A0FB-423BCAD26389}"/>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1857BDA9-839B-4C00-9A55-0A360074A2B0}"/>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p>
        </p:txBody>
      </p:sp>
      <p:sp>
        <p:nvSpPr>
          <p:cNvPr id="4" name="文本占位符 3">
            <a:extLst xmlns:a="http://schemas.openxmlformats.org/drawingml/2006/main">
              <a:ext uri="{FF2B5EF4-FFF2-40B4-BE49-F238E27FC236}">
                <a16:creationId xmlns:a16="http://schemas.microsoft.com/office/drawing/2014/main" id="{B5679131-2FD7-4C53-8505-AD2A57964CB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单击此处编辑母版文本样式</a:t>
            </a:r>
          </a:p>
        </p:txBody>
      </p:sp>
      <p:sp>
        <p:nvSpPr>
          <p:cNvPr id="5" name="日期占位符 3">
            <a:extLst xmlns:a="http://schemas.openxmlformats.org/drawingml/2006/main">
              <a:ext uri="{FF2B5EF4-FFF2-40B4-BE49-F238E27FC236}">
                <a16:creationId xmlns:a16="http://schemas.microsoft.com/office/drawing/2014/main" id="{BDB63085-CD9D-41AB-9216-887C3235D9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6" name="页脚占位符 4">
            <a:extLst xmlns:a="http://schemas.openxmlformats.org/drawingml/2006/main">
              <a:ext uri="{FF2B5EF4-FFF2-40B4-BE49-F238E27FC236}">
                <a16:creationId xmlns:a16="http://schemas.microsoft.com/office/drawing/2014/main" id="{C1E1E213-EE5C-442B-94DA-A6E967CCBE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7" name="灯片编号占位符 5">
            <a:extLst xmlns:a="http://schemas.openxmlformats.org/drawingml/2006/main">
              <a:ext uri="{FF2B5EF4-FFF2-40B4-BE49-F238E27FC236}">
                <a16:creationId xmlns:a16="http://schemas.microsoft.com/office/drawing/2014/main" id="{EC9CABB8-7942-4308-A511-71047CB392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324BBD5-9F46-4161-9219-7720AF44F4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96D26A42-9FEE-4C01-84B8-0DB8C4AA6A4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4" name="日期占位符 3">
            <a:extLst xmlns:a="http://schemas.openxmlformats.org/drawingml/2006/main">
              <a:ext uri="{FF2B5EF4-FFF2-40B4-BE49-F238E27FC236}">
                <a16:creationId xmlns:a16="http://schemas.microsoft.com/office/drawing/2014/main" id="{6961B01D-37EE-4F47-A613-BF615A56C8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5" name="页脚占位符 4">
            <a:extLst xmlns:a="http://schemas.openxmlformats.org/drawingml/2006/main">
              <a:ext uri="{FF2B5EF4-FFF2-40B4-BE49-F238E27FC236}">
                <a16:creationId xmlns:a16="http://schemas.microsoft.com/office/drawing/2014/main" id="{DA948CB0-712D-4FF5-BA8E-F232532C10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6" name="灯片编号占位符 5">
            <a:extLst xmlns:a="http://schemas.openxmlformats.org/drawingml/2006/main">
              <a:ext uri="{FF2B5EF4-FFF2-40B4-BE49-F238E27FC236}">
                <a16:creationId xmlns:a16="http://schemas.microsoft.com/office/drawing/2014/main" id="{DC2B4595-3BF0-4740-9EF7-5F4879D9AF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D763C22E-7CFE-40E2-B0AC-80CBF8994A9F}"/>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D585B5FB-2DB5-4F30-AFBF-564260204EC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4" name="日期占位符 3">
            <a:extLst xmlns:a="http://schemas.openxmlformats.org/drawingml/2006/main">
              <a:ext uri="{FF2B5EF4-FFF2-40B4-BE49-F238E27FC236}">
                <a16:creationId xmlns:a16="http://schemas.microsoft.com/office/drawing/2014/main" id="{BD25A889-AFD3-4294-B082-BF951E29E5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5" name="页脚占位符 4">
            <a:extLst xmlns:a="http://schemas.openxmlformats.org/drawingml/2006/main">
              <a:ext uri="{FF2B5EF4-FFF2-40B4-BE49-F238E27FC236}">
                <a16:creationId xmlns:a16="http://schemas.microsoft.com/office/drawing/2014/main" id="{A1896AE5-920F-4495-A85E-29AD030BEA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
        <p:nvSpPr>
          <p:cNvPr id="6" name="灯片编号占位符 5">
            <a:extLst xmlns:a="http://schemas.openxmlformats.org/drawingml/2006/main">
              <a:ext uri="{FF2B5EF4-FFF2-40B4-BE49-F238E27FC236}">
                <a16:creationId xmlns:a16="http://schemas.microsoft.com/office/drawing/2014/main" id="{6E0DFDA4-BAC2-4D1C-80A9-574B04A64C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p>
        </p:txBody>
      </p:sp>
    </p:spTree>
  </p:cSld>
</p:sldLayout>
</file>

<file path=ppt/slideLayouts/slideLayout12.xml><?xml version="1.0" encoding="utf-8"?>
<p:sldLayout xmlns:p="http://schemas.openxmlformats.org/presentationml/2006/main" type="title">
  <p:cSld name="办公资源网: www.bangongziyuan.com">
    <p:spTree>
      <p:nvGrpSpPr>
        <p:cNvPr id="1" name=""/>
        <p:cNvGrpSpPr/>
        <p:nvPr/>
      </p:nvGrpSpPr>
      <p:grpSpPr>
        <a:xfrm xmlns:a="http://schemas.openxmlformats.org/drawingml/2006/main"/>
      </p:grpSpPr>
    </p:spTree>
  </p:cSld>
</p:sldLayout>
</file>

<file path=ppt/slideLayouts/slideLayout13.xml><?xml version="1.0" encoding="utf-8"?>
<p:sldLayout xmlns:p="http://schemas.openxmlformats.org/presentationml/2006/main" userDrawn="1">
  <p:cSld name="Title and Content">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20e5e1da94724ff3" /><Relationship Type="http://schemas.openxmlformats.org/officeDocument/2006/relationships/theme" Target="/ppt/slideMasters/theme/theme2.xml" Id="R4b1a04671eab493a" /><Relationship Type="http://schemas.openxmlformats.org/officeDocument/2006/relationships/slideLayout" Target="/ppt/slideLayouts/slideLayout1.xml" Id="Rbd5fc2db2ee34074" /><Relationship Type="http://schemas.openxmlformats.org/officeDocument/2006/relationships/slideLayout" Target="/ppt/slideLayouts/slideLayout2.xml" Id="R2a42601550884794" /><Relationship Type="http://schemas.openxmlformats.org/officeDocument/2006/relationships/slideLayout" Target="/ppt/slideLayouts/slideLayout3.xml" Id="Rd665a72f9edf42f7" /><Relationship Type="http://schemas.openxmlformats.org/officeDocument/2006/relationships/slideLayout" Target="/ppt/slideLayouts/slideLayout4.xml" Id="R4045405a4a29453a" /><Relationship Type="http://schemas.openxmlformats.org/officeDocument/2006/relationships/slideLayout" Target="/ppt/slideLayouts/slideLayout5.xml" Id="R19b64f05566246eb" /><Relationship Type="http://schemas.openxmlformats.org/officeDocument/2006/relationships/slideLayout" Target="/ppt/slideLayouts/slideLayout6.xml" Id="R9d9efb1a257e4f9c" /><Relationship Type="http://schemas.openxmlformats.org/officeDocument/2006/relationships/slideLayout" Target="/ppt/slideLayouts/slideLayout7.xml" Id="Re68e6c4570bb4ef6" /><Relationship Type="http://schemas.openxmlformats.org/officeDocument/2006/relationships/slideLayout" Target="/ppt/slideLayouts/slideLayout8.xml" Id="R3f209b5009ae4442" /><Relationship Type="http://schemas.openxmlformats.org/officeDocument/2006/relationships/slideLayout" Target="/ppt/slideLayouts/slideLayout9.xml" Id="R4b6a177b0c444401" /><Relationship Type="http://schemas.openxmlformats.org/officeDocument/2006/relationships/slideLayout" Target="/ppt/slideLayouts/slideLayout10.xml" Id="R5e7854d4f94b43ab" /><Relationship Type="http://schemas.openxmlformats.org/officeDocument/2006/relationships/slideLayout" Target="/ppt/slideLayouts/slideLayout11.xml" Id="R2803687a33074061" /><Relationship Type="http://schemas.openxmlformats.org/officeDocument/2006/relationships/slideLayout" Target="/ppt/slideLayouts/slideLayout12.xml" Id="Rf622e6b7fa6344e1" /><Relationship Type="http://schemas.openxmlformats.org/officeDocument/2006/relationships/slideLayout" Target="/ppt/slideLayouts/slideLayout13.xml" Id="Re5a02c0dac464b98"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26" name="标题占位符 1">
            <a:extLst xmlns:a="http://schemas.openxmlformats.org/drawingml/2006/main">
              <a:ext uri="{FF2B5EF4-FFF2-40B4-BE49-F238E27FC236}">
                <a16:creationId xmlns:a16="http://schemas.microsoft.com/office/drawing/2014/main" id="{004B35B5-D17A-4A80-B4C4-FE50D6D60993}"/>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lstStyle xmlns:a="http://schemas.openxmlformats.org/drawingml/2006/main"/>
          <a:p xmlns:a="http://schemas.openxmlformats.org/drawingml/2006/main">
            <a:pPr>
              <a:buNone/>
            </a:pPr>
            <a:r>
              <a:t>单击此处编辑母版标题样式</a:t>
            </a:r>
          </a:p>
        </p:txBody>
      </p:sp>
      <p:sp>
        <p:nvSpPr>
          <p:cNvPr id="1027" name="文本占位符 2">
            <a:extLst xmlns:a="http://schemas.openxmlformats.org/drawingml/2006/main">
              <a:ext uri="{FF2B5EF4-FFF2-40B4-BE49-F238E27FC236}">
                <a16:creationId xmlns:a16="http://schemas.microsoft.com/office/drawing/2014/main" id="{7E101688-4BAA-4DC1-A00B-C737AAB212B3}"/>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pPr>
              <a:buNone/>
            </a:pPr>
            <a:r>
              <a:t>单击此处编辑母版文本样式</a:t>
            </a:r>
          </a:p>
          <a:p xmlns:a="http://schemas.openxmlformats.org/drawingml/2006/main">
            <a:pPr>
              <a:buNone/>
            </a:pPr>
            <a:r>
              <a:t>二级</a:t>
            </a:r>
          </a:p>
          <a:p xmlns:a="http://schemas.openxmlformats.org/drawingml/2006/main">
            <a:pPr>
              <a:buNone/>
            </a:pPr>
            <a:r>
              <a:t>三级</a:t>
            </a:r>
          </a:p>
          <a:p xmlns:a="http://schemas.openxmlformats.org/drawingml/2006/main">
            <a:pPr>
              <a:buNone/>
            </a:pPr>
            <a:r>
              <a:t>四级</a:t>
            </a:r>
          </a:p>
          <a:p xmlns:a="http://schemas.openxmlformats.org/drawingml/2006/main">
            <a:pPr>
              <a:buNone/>
            </a:pPr>
            <a:r>
              <a:t>五级</a:t>
            </a:r>
          </a:p>
        </p:txBody>
      </p:sp>
      <p:sp>
        <p:nvSpPr>
          <p:cNvPr id="4" name="日期占位符 3">
            <a:extLst xmlns:a="http://schemas.openxmlformats.org/drawingml/2006/main">
              <a:ext uri="{FF2B5EF4-FFF2-40B4-BE49-F238E27FC236}">
                <a16:creationId xmlns:a16="http://schemas.microsoft.com/office/drawing/2014/main" id="{89FFDFBB-4564-41F1-8479-D123764ED88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spcBef>
                <a:spcPts val="0"/>
              </a:spcBef>
              <a:spcAft>
                <a:spcPts val="0"/>
              </a:spcAft>
              <a:buNone/>
              <a:defRPr sz="1200">
                <a:solidFill>
                  <a:schemeClr val="tx1">
                    <a:tint val="75000"/>
                  </a:schemeClr>
                </a:solidFill>
                <a:latin typeface="纤黑体"/>
                <a:ea typeface="纤黑体"/>
                <a:cs typeface="纤黑体"/>
              </a:defRPr>
            </a:lvl1pPr>
          </a:lstStyle>
          <a:p xmlns:a="http://schemas.openxmlformats.org/drawingml/2006/main">
            <a:pPr>
              <a:buNone/>
            </a:pPr>
          </a:p>
        </p:txBody>
      </p:sp>
      <p:sp>
        <p:nvSpPr>
          <p:cNvPr id="5" name="页脚占位符 4">
            <a:extLst xmlns:a="http://schemas.openxmlformats.org/drawingml/2006/main">
              <a:ext uri="{FF2B5EF4-FFF2-40B4-BE49-F238E27FC236}">
                <a16:creationId xmlns:a16="http://schemas.microsoft.com/office/drawing/2014/main" id="{E192EFE5-1B18-441C-B1F6-2FBE5226B986}"/>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纤黑体"/>
                <a:ea typeface="纤黑体"/>
                <a:cs typeface="纤黑体"/>
              </a:defRPr>
            </a:lvl1pPr>
          </a:lstStyle>
          <a:p xmlns:a="http://schemas.openxmlformats.org/drawingml/2006/main">
            <a:pPr>
              <a:buNone/>
            </a:pPr>
          </a:p>
        </p:txBody>
      </p:sp>
      <p:sp>
        <p:nvSpPr>
          <p:cNvPr id="6" name="灯片编号占位符 5">
            <a:extLst xmlns:a="http://schemas.openxmlformats.org/drawingml/2006/main">
              <a:ext uri="{FF2B5EF4-FFF2-40B4-BE49-F238E27FC236}">
                <a16:creationId xmlns:a16="http://schemas.microsoft.com/office/drawing/2014/main" id="{E108DE24-43BC-463E-9B14-15CEA17D7C3D}"/>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spcBef>
                <a:spcPts val="0"/>
              </a:spcBef>
              <a:spcAft>
                <a:spcPts val="0"/>
              </a:spcAft>
              <a:buNone/>
              <a:defRPr sz="1200">
                <a:solidFill>
                  <a:schemeClr val="tx1">
                    <a:tint val="75000"/>
                  </a:schemeClr>
                </a:solidFill>
                <a:latin typeface="纤黑体"/>
                <a:ea typeface="纤黑体"/>
                <a:cs typeface="纤黑体"/>
              </a:defRPr>
            </a:lvl1pPr>
          </a:lstStyle>
          <a:p xmlns:a="http://schemas.openxmlformats.org/drawingml/2006/main">
            <a:pPr>
              <a:buNone/>
            </a:pPr>
          </a:p>
        </p:txBody>
      </p:sp>
      <p:pic>
        <p:nvPicPr>
          <p:cNvPr id="1031" name="图片 2"/>
          <p:cNvPicPr>
            <a:picLocks xmlns:a="http://schemas.openxmlformats.org/drawingml/2006/main" noChangeAspect="1"/>
          </p:cNvPicPr>
          <p:nvPr/>
        </p:nvPicPr>
        <p:blipFill>
          <a:blip xmlns:r="http://schemas.openxmlformats.org/officeDocument/2006/relationships" xmlns:a="http://schemas.openxmlformats.org/drawingml/2006/main" r:embed="R20e5e1da94724ff3"/>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5fc2db2ee34074"/>
    <p:sldLayoutId xmlns:r="http://schemas.openxmlformats.org/officeDocument/2006/relationships" id="2147483650" r:id="R2a42601550884794"/>
    <p:sldLayoutId xmlns:r="http://schemas.openxmlformats.org/officeDocument/2006/relationships" id="2147483651" r:id="Rd665a72f9edf42f7"/>
    <p:sldLayoutId xmlns:r="http://schemas.openxmlformats.org/officeDocument/2006/relationships" id="2147483652" r:id="R4045405a4a29453a"/>
    <p:sldLayoutId xmlns:r="http://schemas.openxmlformats.org/officeDocument/2006/relationships" id="2147483653" r:id="R19b64f05566246eb"/>
    <p:sldLayoutId xmlns:r="http://schemas.openxmlformats.org/officeDocument/2006/relationships" id="2147483654" r:id="R9d9efb1a257e4f9c"/>
    <p:sldLayoutId xmlns:r="http://schemas.openxmlformats.org/officeDocument/2006/relationships" id="2147483655" r:id="Re68e6c4570bb4ef6"/>
    <p:sldLayoutId xmlns:r="http://schemas.openxmlformats.org/officeDocument/2006/relationships" id="2147483656" r:id="R3f209b5009ae4442"/>
    <p:sldLayoutId xmlns:r="http://schemas.openxmlformats.org/officeDocument/2006/relationships" id="2147483657" r:id="R4b6a177b0c444401"/>
    <p:sldLayoutId xmlns:r="http://schemas.openxmlformats.org/officeDocument/2006/relationships" id="2147483658" r:id="R5e7854d4f94b43ab"/>
    <p:sldLayoutId xmlns:r="http://schemas.openxmlformats.org/officeDocument/2006/relationships" id="2147483659" r:id="R2803687a33074061"/>
    <p:sldLayoutId xmlns:r="http://schemas.openxmlformats.org/officeDocument/2006/relationships" id="2147483660" r:id="Rf622e6b7fa6344e1"/>
    <p:sldLayoutId xmlns:r="http://schemas.openxmlformats.org/officeDocument/2006/relationships" id="2147483661" r:id="Re5a02c0dac464b98"/>
  </p:sldLayoutIdLst>
  <p:txStyles>
    <p:titleStyle>
      <a:lvl1pPr xmlns:a="http://schemas.openxmlformats.org/drawingml/2006/main" algn="l">
        <a:lnSpc>
          <a:spcPct val="90000"/>
        </a:lnSpc>
        <a:spcBef>
          <a:spcPts val="0"/>
        </a:spcBef>
        <a:spcAft>
          <a:spcPts val="0"/>
        </a:spcAft>
        <a:buNone/>
        <a:defRPr sz="4400">
          <a:solidFill>
            <a:schemeClr val="tx1"/>
          </a:solidFill>
          <a:latin typeface="+mj-lt"/>
          <a:ea typeface="+mj-lt"/>
          <a:cs typeface="+mj-lt"/>
        </a:defRPr>
      </a:lvl1pPr>
      <a:lvl2pPr xmlns:a="http://schemas.openxmlformats.org/drawingml/2006/main" algn="l">
        <a:lnSpc>
          <a:spcPct val="90000"/>
        </a:lnSpc>
        <a:spcBef>
          <a:spcPts val="0"/>
        </a:spcBef>
        <a:spcAft>
          <a:spcPts val="0"/>
        </a:spcAft>
        <a:buNone/>
        <a:defRPr sz="4400">
          <a:solidFill>
            <a:schemeClr val="tx1"/>
          </a:solidFill>
          <a:latin typeface="微软雅黑"/>
          <a:ea typeface="微软雅黑"/>
          <a:cs typeface="微软雅黑"/>
        </a:defRPr>
      </a:lvl2pPr>
      <a:lvl3pPr xmlns:a="http://schemas.openxmlformats.org/drawingml/2006/main" algn="l">
        <a:lnSpc>
          <a:spcPct val="90000"/>
        </a:lnSpc>
        <a:spcBef>
          <a:spcPts val="0"/>
        </a:spcBef>
        <a:spcAft>
          <a:spcPts val="0"/>
        </a:spcAft>
        <a:buNone/>
        <a:defRPr sz="4400">
          <a:solidFill>
            <a:schemeClr val="tx1"/>
          </a:solidFill>
          <a:latin typeface="微软雅黑"/>
          <a:ea typeface="微软雅黑"/>
          <a:cs typeface="微软雅黑"/>
        </a:defRPr>
      </a:lvl3pPr>
      <a:lvl4pPr xmlns:a="http://schemas.openxmlformats.org/drawingml/2006/main" algn="l">
        <a:lnSpc>
          <a:spcPct val="90000"/>
        </a:lnSpc>
        <a:spcBef>
          <a:spcPts val="0"/>
        </a:spcBef>
        <a:spcAft>
          <a:spcPts val="0"/>
        </a:spcAft>
        <a:buNone/>
        <a:defRPr sz="4400">
          <a:solidFill>
            <a:schemeClr val="tx1"/>
          </a:solidFill>
          <a:latin typeface="微软雅黑"/>
          <a:ea typeface="微软雅黑"/>
          <a:cs typeface="微软雅黑"/>
        </a:defRPr>
      </a:lvl4pPr>
      <a:lvl5pPr xmlns:a="http://schemas.openxmlformats.org/drawingml/2006/main" algn="l">
        <a:lnSpc>
          <a:spcPct val="90000"/>
        </a:lnSpc>
        <a:spcBef>
          <a:spcPts val="0"/>
        </a:spcBef>
        <a:spcAft>
          <a:spcPts val="0"/>
        </a:spcAft>
        <a:buNone/>
        <a:defRPr sz="4400">
          <a:solidFill>
            <a:schemeClr val="tx1"/>
          </a:solidFill>
          <a:latin typeface="微软雅黑"/>
          <a:ea typeface="微软雅黑"/>
          <a:cs typeface="微软雅黑"/>
        </a:defRPr>
      </a:lvl5pPr>
      <a:lvl6pPr xmlns:a="http://schemas.openxmlformats.org/drawingml/2006/main" marL="457200" algn="l">
        <a:lnSpc>
          <a:spcPct val="90000"/>
        </a:lnSpc>
        <a:spcBef>
          <a:spcPts val="0"/>
        </a:spcBef>
        <a:spcAft>
          <a:spcPts val="0"/>
        </a:spcAft>
        <a:buNone/>
        <a:defRPr sz="4400">
          <a:solidFill>
            <a:schemeClr val="tx1"/>
          </a:solidFill>
          <a:latin typeface="微软雅黑"/>
          <a:ea typeface="微软雅黑"/>
          <a:cs typeface="微软雅黑"/>
        </a:defRPr>
      </a:lvl6pPr>
      <a:lvl7pPr xmlns:a="http://schemas.openxmlformats.org/drawingml/2006/main" marL="914400" algn="l">
        <a:lnSpc>
          <a:spcPct val="90000"/>
        </a:lnSpc>
        <a:spcBef>
          <a:spcPts val="0"/>
        </a:spcBef>
        <a:spcAft>
          <a:spcPts val="0"/>
        </a:spcAft>
        <a:buNone/>
        <a:defRPr sz="4400">
          <a:solidFill>
            <a:schemeClr val="tx1"/>
          </a:solidFill>
          <a:latin typeface="微软雅黑"/>
          <a:ea typeface="微软雅黑"/>
          <a:cs typeface="微软雅黑"/>
        </a:defRPr>
      </a:lvl7pPr>
      <a:lvl8pPr xmlns:a="http://schemas.openxmlformats.org/drawingml/2006/main" marL="1371600" algn="l">
        <a:lnSpc>
          <a:spcPct val="90000"/>
        </a:lnSpc>
        <a:spcBef>
          <a:spcPts val="0"/>
        </a:spcBef>
        <a:spcAft>
          <a:spcPts val="0"/>
        </a:spcAft>
        <a:buNone/>
        <a:defRPr sz="4400">
          <a:solidFill>
            <a:schemeClr val="tx1"/>
          </a:solidFill>
          <a:latin typeface="微软雅黑"/>
          <a:ea typeface="微软雅黑"/>
          <a:cs typeface="微软雅黑"/>
        </a:defRPr>
      </a:lvl8pPr>
      <a:lvl9pPr xmlns:a="http://schemas.openxmlformats.org/drawingml/2006/main" marL="1828800" algn="l">
        <a:lnSpc>
          <a:spcPct val="90000"/>
        </a:lnSpc>
        <a:spcBef>
          <a:spcPts val="0"/>
        </a:spcBef>
        <a:spcAft>
          <a:spcPts val="0"/>
        </a:spcAft>
        <a:buNone/>
        <a:defRPr sz="4400">
          <a:solidFill>
            <a:schemeClr val="tx1"/>
          </a:solidFill>
          <a:latin typeface="微软雅黑"/>
          <a:ea typeface="微软雅黑"/>
          <a:cs typeface="微软雅黑"/>
        </a:defRPr>
      </a:lvl9pPr>
    </p:titleStyle>
    <p:bodyStyle>
      <a:lvl1pPr xmlns:a="http://schemas.openxmlformats.org/drawingml/2006/main" marL="228600" indent="-228600" algn="l">
        <a:lnSpc>
          <a:spcPct val="90000"/>
        </a:lnSpc>
        <a:spcBef>
          <a:spcPts val="1000"/>
        </a:spcBef>
        <a:spcAft>
          <a:spcPts val="0"/>
        </a:spcAft>
        <a:buChar char="•"/>
        <a:defRPr sz="2800">
          <a:solidFill>
            <a:schemeClr val="tx1"/>
          </a:solidFill>
          <a:latin typeface="纤黑体"/>
          <a:ea typeface="纤黑体"/>
          <a:cs typeface="纤黑体"/>
        </a:defRPr>
      </a:lvl1pPr>
      <a:lvl2pPr xmlns:a="http://schemas.openxmlformats.org/drawingml/2006/main" marL="685800" indent="-228600" algn="l">
        <a:lnSpc>
          <a:spcPct val="90000"/>
        </a:lnSpc>
        <a:spcBef>
          <a:spcPts val="500"/>
        </a:spcBef>
        <a:spcAft>
          <a:spcPts val="0"/>
        </a:spcAft>
        <a:buChar char="•"/>
        <a:defRPr sz="2400">
          <a:solidFill>
            <a:schemeClr val="tx1"/>
          </a:solidFill>
          <a:latin typeface="纤黑体"/>
          <a:ea typeface="纤黑体"/>
          <a:cs typeface="纤黑体"/>
        </a:defRPr>
      </a:lvl2pPr>
      <a:lvl3pPr xmlns:a="http://schemas.openxmlformats.org/drawingml/2006/main" marL="1143000" indent="-228600" algn="l">
        <a:lnSpc>
          <a:spcPct val="90000"/>
        </a:lnSpc>
        <a:spcBef>
          <a:spcPts val="500"/>
        </a:spcBef>
        <a:spcAft>
          <a:spcPts val="0"/>
        </a:spcAft>
        <a:buChar char="•"/>
        <a:defRPr sz="2000">
          <a:solidFill>
            <a:schemeClr val="tx1"/>
          </a:solidFill>
          <a:latin typeface="纤黑体"/>
          <a:ea typeface="纤黑体"/>
          <a:cs typeface="纤黑体"/>
        </a:defRPr>
      </a:lvl3pPr>
      <a:lvl4pPr xmlns:a="http://schemas.openxmlformats.org/drawingml/2006/main" marL="1600200" indent="-228600" algn="l">
        <a:lnSpc>
          <a:spcPct val="90000"/>
        </a:lnSpc>
        <a:spcBef>
          <a:spcPts val="500"/>
        </a:spcBef>
        <a:spcAft>
          <a:spcPts val="0"/>
        </a:spcAft>
        <a:buChar char="•"/>
        <a:defRPr>
          <a:solidFill>
            <a:schemeClr val="tx1"/>
          </a:solidFill>
          <a:latin typeface="纤黑体"/>
          <a:ea typeface="纤黑体"/>
          <a:cs typeface="纤黑体"/>
        </a:defRPr>
      </a:lvl4pPr>
      <a:lvl5pPr xmlns:a="http://schemas.openxmlformats.org/drawingml/2006/main" marL="2057400" indent="-228600" algn="l">
        <a:lnSpc>
          <a:spcPct val="90000"/>
        </a:lnSpc>
        <a:spcBef>
          <a:spcPts val="500"/>
        </a:spcBef>
        <a:spcAft>
          <a:spcPts val="0"/>
        </a:spcAft>
        <a:buChar char="•"/>
        <a:defRPr>
          <a:solidFill>
            <a:schemeClr val="tx1"/>
          </a:solidFill>
          <a:latin typeface="纤黑体"/>
          <a:ea typeface="纤黑体"/>
          <a:cs typeface="纤黑体"/>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43kiaezi">
      <a:majorFont>
        <a:latin typeface="微软雅黑"/>
        <a:ea typeface="微软雅黑"/>
        <a:cs typeface=""/>
      </a:majorFont>
      <a:minorFont>
        <a:latin typeface="微软雅黑"/>
        <a:ea typeface="微软雅黑"/>
        <a:cs typeface=""/>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1bc05f439fec4307" /><Relationship Type="http://schemas.openxmlformats.org/officeDocument/2006/relationships/image" Target="/ppt/media/image.jpeg" Id="Rcc1ba0a868734ac3" /><Relationship Type="http://schemas.openxmlformats.org/officeDocument/2006/relationships/image" Target="/ppt/media/image2.png" Id="Rb910286e3e584655" /><Relationship Type="http://schemas.openxmlformats.org/officeDocument/2006/relationships/notesSlide" Target="/ppt/notesSlides/notesSlide1.xml" Id="R77e8698e9c714e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3.xml" Id="R3db77214af0245b6" /><Relationship Type="http://schemas.openxmlformats.org/officeDocument/2006/relationships/image" Target="/ppt/media/image3.png" Id="R6c8b5dc7e4e64779" /><Relationship Type="http://schemas.openxmlformats.org/officeDocument/2006/relationships/image" Target="/ppt/media/image.png" Id="R80fdf067a6b84a69" /><Relationship Type="http://schemas.openxmlformats.org/officeDocument/2006/relationships/notesSlide" Target="/ppt/notesSlides/notesSlide2.xml" Id="R01256ab80d3640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4d3fd31d839e4039" /><Relationship Type="http://schemas.openxmlformats.org/officeDocument/2006/relationships/image" Target="/ppt/media/image3.png" Id="R88d192a438ed4dc7" /><Relationship Type="http://schemas.openxmlformats.org/officeDocument/2006/relationships/image" Target="/ppt/media/image.png" Id="R31bf53b857d54bcd" /><Relationship Type="http://schemas.openxmlformats.org/officeDocument/2006/relationships/notesSlide" Target="/ppt/notesSlides/notesSlide3.xml" Id="Ra82d94bdcaef4f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f43cbc5df8464e97" /><Relationship Type="http://schemas.openxmlformats.org/officeDocument/2006/relationships/image" Target="/ppt/media/image4.png" Id="Rc4a383a3f90b4c28" /><Relationship Type="http://schemas.openxmlformats.org/officeDocument/2006/relationships/image" Target="/ppt/media/image.png" Id="R410fd1c492934f7d" /><Relationship Type="http://schemas.openxmlformats.org/officeDocument/2006/relationships/notesSlide" Target="/ppt/notesSlides/notesSlide4.xml" Id="Ra7bbbfefb9384d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e144c216784d4b9a" /><Relationship Type="http://schemas.openxmlformats.org/officeDocument/2006/relationships/image" Target="/ppt/media/image3.png" Id="R41abd2d2d7e74939" /><Relationship Type="http://schemas.openxmlformats.org/officeDocument/2006/relationships/image" Target="/ppt/media/image5.png" Id="R776b0b9ed18c4d17" /><Relationship Type="http://schemas.openxmlformats.org/officeDocument/2006/relationships/image" Target="/ppt/media/image.png" Id="R9f5a2dfd4b1241eb" /><Relationship Type="http://schemas.openxmlformats.org/officeDocument/2006/relationships/notesSlide" Target="/ppt/notesSlides/notesSlide5.xml" Id="R4718f3229edb49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63c84d544acf4ee0" /><Relationship Type="http://schemas.openxmlformats.org/officeDocument/2006/relationships/image" Target="/ppt/media/image3.png" Id="Recce043a056549bf" /><Relationship Type="http://schemas.openxmlformats.org/officeDocument/2006/relationships/image" Target="/ppt/media/image6.png" Id="R0da44b0761194b1b" /><Relationship Type="http://schemas.openxmlformats.org/officeDocument/2006/relationships/image" Target="/ppt/media/image.png" Id="R049c33fd409741b0" /><Relationship Type="http://schemas.openxmlformats.org/officeDocument/2006/relationships/notesSlide" Target="/ppt/notesSlides/notesSlide6.xml" Id="R3f8200c5da2944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5615713c96c441ca" /><Relationship Type="http://schemas.openxmlformats.org/officeDocument/2006/relationships/image" Target="/ppt/media/image7.png" Id="R80a1da1cbf7443e6" /><Relationship Type="http://schemas.openxmlformats.org/officeDocument/2006/relationships/image" Target="/ppt/media/image3.png" Id="R0f777c83b2f5489d" /><Relationship Type="http://schemas.openxmlformats.org/officeDocument/2006/relationships/image" Target="/ppt/media/image.png" Id="Rc845b0953c3f4ad9" /><Relationship Type="http://schemas.openxmlformats.org/officeDocument/2006/relationships/notesSlide" Target="/ppt/notesSlides/notesSlide7.xml" Id="R88f86a24280347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b3d82f35fc5f43ca" /><Relationship Type="http://schemas.openxmlformats.org/officeDocument/2006/relationships/image" Target="/ppt/media/image8.png" Id="R3007837875c34525" /><Relationship Type="http://schemas.openxmlformats.org/officeDocument/2006/relationships/image" Target="/ppt/media/image3.png" Id="R4e01c51bd6a2483a" /><Relationship Type="http://schemas.openxmlformats.org/officeDocument/2006/relationships/image" Target="/ppt/media/image.png" Id="Rcbfd3be82d2d4f66" /><Relationship Type="http://schemas.openxmlformats.org/officeDocument/2006/relationships/notesSlide" Target="/ppt/notesSlides/notesSlide8.xml" Id="R98bbe7feb14b40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7653da6a5fa54631" /><Relationship Type="http://schemas.openxmlformats.org/officeDocument/2006/relationships/image" Target="/ppt/media/image3.png" Id="R4955941200114bf5" /><Relationship Type="http://schemas.openxmlformats.org/officeDocument/2006/relationships/image" Target="/ppt/media/image9.png" Id="R567e8d99cc2c44bc" /><Relationship Type="http://schemas.openxmlformats.org/officeDocument/2006/relationships/image" Target="/ppt/media/image.png" Id="R4bddffc8f3084c70" /><Relationship Type="http://schemas.openxmlformats.org/officeDocument/2006/relationships/notesSlide" Target="/ppt/notesSlides/notesSlide9.xml" Id="R0a9a18e5dedf4b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22277d539740433e" /><Relationship Type="http://schemas.openxmlformats.org/officeDocument/2006/relationships/image" Target="/ppt/media/image4.png" Id="R08036dfb7dad49e7" /><Relationship Type="http://schemas.openxmlformats.org/officeDocument/2006/relationships/notesSlide" Target="/ppt/notesSlides/notesSlide10.xml" Id="R1104bb99a8ba4a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e22ed77b339244c5" /><Relationship Type="http://schemas.openxmlformats.org/officeDocument/2006/relationships/image" Target="/ppt/media/image3.png" Id="R5e1a495f7e6e4d6b" /><Relationship Type="http://schemas.openxmlformats.org/officeDocument/2006/relationships/notesSlide" Target="/ppt/notesSlides/notesSlide11.xml" Id="R842c324af09c49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54c77bce841d4077" /><Relationship Type="http://schemas.openxmlformats.org/officeDocument/2006/relationships/image" Target="/ppt/media/image3.png" Id="Ra4f48900129747d0" /><Relationship Type="http://schemas.openxmlformats.org/officeDocument/2006/relationships/notesSlide" Target="/ppt/notesSlides/notesSlide12.xml" Id="R1e97a7344f2240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d29d28376c094b0f" /><Relationship Type="http://schemas.openxmlformats.org/officeDocument/2006/relationships/image" Target="/ppt/media/image3.png" Id="R8a1c4686126e4c6d" /><Relationship Type="http://schemas.openxmlformats.org/officeDocument/2006/relationships/image" Target="/ppt/media/image10.png" Id="R378f5409541246e9" /><Relationship Type="http://schemas.openxmlformats.org/officeDocument/2006/relationships/notesSlide" Target="/ppt/notesSlides/notesSlide13.xml" Id="R3f3e8e7a779945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81280ccefdf646c0" /><Relationship Type="http://schemas.openxmlformats.org/officeDocument/2006/relationships/image" Target="/ppt/media/image4.png" Id="R7160a312b9af4f4e" /><Relationship Type="http://schemas.openxmlformats.org/officeDocument/2006/relationships/notesSlide" Target="/ppt/notesSlides/notesSlide14.xml" Id="Rf2850da5f51e49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xml" Id="Rbd11c586b5fa4521" /><Relationship Type="http://schemas.openxmlformats.org/officeDocument/2006/relationships/image" Target="/ppt/media/image3.png" Id="R14a2f2596211460d" /><Relationship Type="http://schemas.openxmlformats.org/officeDocument/2006/relationships/image" Target="/ppt/media/image11.png" Id="Rd4a109a6fc164dea" /><Relationship Type="http://schemas.openxmlformats.org/officeDocument/2006/relationships/image" Target="/ppt/media/image.svg" Id="Rc836c27d90124eb3" /><Relationship Type="http://schemas.openxmlformats.org/officeDocument/2006/relationships/image" Target="/ppt/media/image12.png" Id="R513f916b7aee425e" /><Relationship Type="http://schemas.openxmlformats.org/officeDocument/2006/relationships/image" Target="/ppt/media/image13.png" Id="Ra8f2abe569914a53" /><Relationship Type="http://schemas.openxmlformats.org/officeDocument/2006/relationships/image" Target="/ppt/media/image14.png" Id="Rda4c70b6812a4618" /><Relationship Type="http://schemas.openxmlformats.org/officeDocument/2006/relationships/notesSlide" Target="/ppt/notesSlides/notesSlide15.xml" Id="R930eaa5cc7ca47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2.xml" Id="Rbc06131262024656" /><Relationship Type="http://schemas.openxmlformats.org/officeDocument/2006/relationships/image" Target="/ppt/media/image3.png" Id="R06e71ed44f1746a8" /><Relationship Type="http://schemas.openxmlformats.org/officeDocument/2006/relationships/image" Target="/ppt/media/image11.png" Id="R78802ebd66964390" /><Relationship Type="http://schemas.openxmlformats.org/officeDocument/2006/relationships/image" Target="/ppt/media/image.svg" Id="R5881069cfea7419c" /><Relationship Type="http://schemas.openxmlformats.org/officeDocument/2006/relationships/image" Target="/ppt/media/image15.png" Id="Rf686daa0ba4c4e20" /><Relationship Type="http://schemas.openxmlformats.org/officeDocument/2006/relationships/image" Target="/ppt/media/image16.png" Id="Rb87c827e809545ea" /><Relationship Type="http://schemas.openxmlformats.org/officeDocument/2006/relationships/notesSlide" Target="/ppt/notesSlides/notesSlide16.xml" Id="R16c6cc9b7b344b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2.xml" Id="R2fe88792060d4e73" /><Relationship Type="http://schemas.openxmlformats.org/officeDocument/2006/relationships/image" Target="/ppt/media/image3.png" Id="Re1935e9572594765" /><Relationship Type="http://schemas.openxmlformats.org/officeDocument/2006/relationships/image" Target="/ppt/media/image11.png" Id="Rf4fd6e2c4f4a41dc" /><Relationship Type="http://schemas.openxmlformats.org/officeDocument/2006/relationships/image" Target="/ppt/media/image.svg" Id="R6f76b3c770054b0d" /><Relationship Type="http://schemas.openxmlformats.org/officeDocument/2006/relationships/image" Target="/ppt/media/image17.png" Id="R64217c2c34534a99" /><Relationship Type="http://schemas.openxmlformats.org/officeDocument/2006/relationships/image" Target="/ppt/media/image18.png" Id="R0347f30574084a90" /><Relationship Type="http://schemas.openxmlformats.org/officeDocument/2006/relationships/notesSlide" Target="/ppt/notesSlides/notesSlide17.xml" Id="R6902ab4c925f48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xml" Id="R7284944db5994beb" /><Relationship Type="http://schemas.openxmlformats.org/officeDocument/2006/relationships/image" Target="/ppt/media/image3.png" Id="Rf7ec08380beb44f6" /><Relationship Type="http://schemas.openxmlformats.org/officeDocument/2006/relationships/notesSlide" Target="/ppt/notesSlides/notesSlide18.xml" Id="Rf316e0d2184b4ed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93a8c86df0bd4fd9" /><Relationship Type="http://schemas.openxmlformats.org/officeDocument/2006/relationships/image" Target="/ppt/media/image3.png" Id="Rc3f228246655483e" /><Relationship Type="http://schemas.openxmlformats.org/officeDocument/2006/relationships/image" Target="/ppt/media/image11.png" Id="Rcca5ae4586be498c" /><Relationship Type="http://schemas.openxmlformats.org/officeDocument/2006/relationships/image" Target="/ppt/media/image.svg" Id="R5d6bfa581e8644a5" /><Relationship Type="http://schemas.openxmlformats.org/officeDocument/2006/relationships/image" Target="/ppt/media/image19.png" Id="R42e6877e7387484d" /><Relationship Type="http://schemas.openxmlformats.org/officeDocument/2006/relationships/image" Target="/ppt/media/image20.png" Id="Rcd17cefd1a294bc2" /><Relationship Type="http://schemas.openxmlformats.org/officeDocument/2006/relationships/notesSlide" Target="/ppt/notesSlides/notesSlide19.xml" Id="R5887ca8c9c19453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2.xml" Id="R2665d52dfea643c4" /><Relationship Type="http://schemas.openxmlformats.org/officeDocument/2006/relationships/image" Target="/ppt/media/image3.png" Id="Rd41ef76caa254b78" /><Relationship Type="http://schemas.openxmlformats.org/officeDocument/2006/relationships/image" Target="/ppt/media/image11.png" Id="R65014892acd84210" /><Relationship Type="http://schemas.openxmlformats.org/officeDocument/2006/relationships/image" Target="/ppt/media/image.svg" Id="Rd0f692ae581a4bf3" /><Relationship Type="http://schemas.openxmlformats.org/officeDocument/2006/relationships/image" Target="/ppt/media/image21.png" Id="R37a58f3fc7534384" /><Relationship Type="http://schemas.openxmlformats.org/officeDocument/2006/relationships/notesSlide" Target="/ppt/notesSlides/notesSlide20.xml" Id="R3254b44df1ad4c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2.xml" Id="Rc824425cf1ca4343" /><Relationship Type="http://schemas.openxmlformats.org/officeDocument/2006/relationships/image" Target="/ppt/media/image3.png" Id="R2f6bbb90c8384356" /><Relationship Type="http://schemas.openxmlformats.org/officeDocument/2006/relationships/image" Target="/ppt/media/image11.png" Id="Rc26775c6e57947e1" /><Relationship Type="http://schemas.openxmlformats.org/officeDocument/2006/relationships/image" Target="/ppt/media/image.svg" Id="R62e81687158f458e" /><Relationship Type="http://schemas.openxmlformats.org/officeDocument/2006/relationships/image" Target="/ppt/media/image22.png" Id="Ra079bc0c12d2436e" /><Relationship Type="http://schemas.openxmlformats.org/officeDocument/2006/relationships/image" Target="/ppt/media/image23.png" Id="R518d7cec6d074500" /><Relationship Type="http://schemas.openxmlformats.org/officeDocument/2006/relationships/notesSlide" Target="/ppt/notesSlides/notesSlide21.xml" Id="R130ea923e33f4a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755624d810b04ab1" /><Relationship Type="http://schemas.openxmlformats.org/officeDocument/2006/relationships/image" Target="/ppt/media/image3.png" Id="Rff00fc2b2ebe4e80" /><Relationship Type="http://schemas.openxmlformats.org/officeDocument/2006/relationships/image" Target="/ppt/media/image11.png" Id="R972ccf626052476e" /><Relationship Type="http://schemas.openxmlformats.org/officeDocument/2006/relationships/image" Target="/ppt/media/image.svg" Id="R79491306fbdb4213" /><Relationship Type="http://schemas.openxmlformats.org/officeDocument/2006/relationships/image" Target="/ppt/media/image24.png" Id="R202f7845f79d4c53" /><Relationship Type="http://schemas.openxmlformats.org/officeDocument/2006/relationships/image" Target="/ppt/media/image25.png" Id="R52c8b3f4402d4498" /><Relationship Type="http://schemas.openxmlformats.org/officeDocument/2006/relationships/image" Target="/ppt/media/image26.png" Id="R9562d3eb10d34a69" /><Relationship Type="http://schemas.openxmlformats.org/officeDocument/2006/relationships/notesSlide" Target="/ppt/notesSlides/notesSlide22.xml" Id="Ref68aaa31b9f46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2.xml" Id="R80aeb6b08e884079" /><Relationship Type="http://schemas.openxmlformats.org/officeDocument/2006/relationships/image" Target="/ppt/media/image3.png" Id="Ra62d8285bbb346c3" /><Relationship Type="http://schemas.openxmlformats.org/officeDocument/2006/relationships/image" Target="/ppt/media/image11.png" Id="R1417359620d04945" /><Relationship Type="http://schemas.openxmlformats.org/officeDocument/2006/relationships/image" Target="/ppt/media/image.svg" Id="Rb2977bf17c8d427c" /><Relationship Type="http://schemas.openxmlformats.org/officeDocument/2006/relationships/image" Target="/ppt/media/image27.png" Id="R426712c991ba4c84" /><Relationship Type="http://schemas.openxmlformats.org/officeDocument/2006/relationships/image" Target="/ppt/media/image28.png" Id="R047bb6130de348f1" /><Relationship Type="http://schemas.openxmlformats.org/officeDocument/2006/relationships/notesSlide" Target="/ppt/notesSlides/notesSlide23.xml" Id="R820ec60e62ff40c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2.xml" Id="Rfcb2acf5570d407f" /><Relationship Type="http://schemas.openxmlformats.org/officeDocument/2006/relationships/image" Target="/ppt/media/image3.png" Id="R278f8a418b524162" /><Relationship Type="http://schemas.openxmlformats.org/officeDocument/2006/relationships/image" Target="/ppt/media/image11.png" Id="R854b777f3e344f23" /><Relationship Type="http://schemas.openxmlformats.org/officeDocument/2006/relationships/image" Target="/ppt/media/image.svg" Id="R48bfac1de40e45ab" /><Relationship Type="http://schemas.openxmlformats.org/officeDocument/2006/relationships/image" Target="/ppt/media/image29.png" Id="R474a10c21ba947dd" /><Relationship Type="http://schemas.openxmlformats.org/officeDocument/2006/relationships/image" Target="/ppt/media/image30.png" Id="Re7847bb882ec4934" /><Relationship Type="http://schemas.openxmlformats.org/officeDocument/2006/relationships/notesSlide" Target="/ppt/notesSlides/notesSlide24.xml" Id="R30169f1a9ad14ef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e597a2f8fd6147c5" /><Relationship Type="http://schemas.openxmlformats.org/officeDocument/2006/relationships/image" Target="/ppt/media/image3.png" Id="Reb48aff0046c41b0" /><Relationship Type="http://schemas.openxmlformats.org/officeDocument/2006/relationships/image" Target="/ppt/media/image11.png" Id="R04d694163d7045b5" /><Relationship Type="http://schemas.openxmlformats.org/officeDocument/2006/relationships/image" Target="/ppt/media/image.svg" Id="Rcddbbb8fa4eb47b6" /><Relationship Type="http://schemas.openxmlformats.org/officeDocument/2006/relationships/image" Target="/ppt/media/image31.png" Id="R79cce790d4bd473a" /><Relationship Type="http://schemas.openxmlformats.org/officeDocument/2006/relationships/image" Target="/ppt/media/image32.png" Id="R173cd57036334b74" /><Relationship Type="http://schemas.openxmlformats.org/officeDocument/2006/relationships/notesSlide" Target="/ppt/notesSlides/notesSlide25.xml" Id="R26d015d4fcd64f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2.xml" Id="R7c422e8f666f4dcb" /><Relationship Type="http://schemas.openxmlformats.org/officeDocument/2006/relationships/image" Target="/ppt/media/image3.png" Id="Ra8fbb7c73b9a4acc" /><Relationship Type="http://schemas.openxmlformats.org/officeDocument/2006/relationships/image" Target="/ppt/media/image11.png" Id="R2fbe328c61cd43c4" /><Relationship Type="http://schemas.openxmlformats.org/officeDocument/2006/relationships/image" Target="/ppt/media/image.svg" Id="Rb92fdd6c75884a84" /><Relationship Type="http://schemas.openxmlformats.org/officeDocument/2006/relationships/image" Target="/ppt/media/image33.png" Id="Rca8d2ad0af1d45c2" /><Relationship Type="http://schemas.openxmlformats.org/officeDocument/2006/relationships/image" Target="/ppt/media/image34.png" Id="R4d99a533322b4381" /><Relationship Type="http://schemas.openxmlformats.org/officeDocument/2006/relationships/notesSlide" Target="/ppt/notesSlides/notesSlide26.xml" Id="R5f309eaa876244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2.xml" Id="Re783ae6d66204767" /><Relationship Type="http://schemas.openxmlformats.org/officeDocument/2006/relationships/image" Target="/ppt/media/image3.png" Id="R59a1128c17e6476e" /><Relationship Type="http://schemas.openxmlformats.org/officeDocument/2006/relationships/image" Target="/ppt/media/image11.png" Id="Rd7e4ade0a3ab4b8e" /><Relationship Type="http://schemas.openxmlformats.org/officeDocument/2006/relationships/image" Target="/ppt/media/image.svg" Id="Rb6b18b51cc0d4669" /><Relationship Type="http://schemas.openxmlformats.org/officeDocument/2006/relationships/image" Target="/ppt/media/image35.png" Id="R52fe6da73dd74159" /><Relationship Type="http://schemas.openxmlformats.org/officeDocument/2006/relationships/image" Target="/ppt/media/image36.png" Id="R8d53e58ffe4a4f5e" /><Relationship Type="http://schemas.openxmlformats.org/officeDocument/2006/relationships/image" Target="/ppt/media/image37.png" Id="Ra5eaee4027364091" /><Relationship Type="http://schemas.openxmlformats.org/officeDocument/2006/relationships/notesSlide" Target="/ppt/notesSlides/notesSlide27.xml" Id="Re2ed387902264a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cfab9e1d2b3b4cc0" /><Relationship Type="http://schemas.openxmlformats.org/officeDocument/2006/relationships/image" Target="/ppt/media/image3.png" Id="Rfd25dc65f4ed4327" /><Relationship Type="http://schemas.openxmlformats.org/officeDocument/2006/relationships/image" Target="/ppt/media/image11.png" Id="R652bcb6190834036" /><Relationship Type="http://schemas.openxmlformats.org/officeDocument/2006/relationships/image" Target="/ppt/media/image.svg" Id="R64285503db1a4f7e" /><Relationship Type="http://schemas.openxmlformats.org/officeDocument/2006/relationships/image" Target="/ppt/media/image38.png" Id="Rcc7f18d00fcd49ec" /><Relationship Type="http://schemas.openxmlformats.org/officeDocument/2006/relationships/image" Target="/ppt/media/image39.png" Id="R8b1632a76820405c" /><Relationship Type="http://schemas.openxmlformats.org/officeDocument/2006/relationships/notesSlide" Target="/ppt/notesSlides/notesSlide28.xml" Id="Rb5f22c32283b47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2.xml" Id="Rae5dc47656a44b12" /><Relationship Type="http://schemas.openxmlformats.org/officeDocument/2006/relationships/image" Target="/ppt/media/image4.png" Id="Rbf6692cafcd94008" /><Relationship Type="http://schemas.openxmlformats.org/officeDocument/2006/relationships/notesSlide" Target="/ppt/notesSlides/notesSlide29.xml" Id="R18d48378638449a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2.xml" Id="R1fcdcf94b17d465f" /><Relationship Type="http://schemas.openxmlformats.org/officeDocument/2006/relationships/image" Target="/ppt/media/image3.png" Id="Rcf1eb927cced4058" /><Relationship Type="http://schemas.openxmlformats.org/officeDocument/2006/relationships/image" Target="/ppt/media/image40.png" Id="Ra400bdc63faf4ab9" /><Relationship Type="http://schemas.openxmlformats.org/officeDocument/2006/relationships/image" Target="/ppt/media/image41.png" Id="Rf544db0fcb4e4de1" /><Relationship Type="http://schemas.openxmlformats.org/officeDocument/2006/relationships/notesSlide" Target="/ppt/notesSlides/notesSlide30.xml" Id="Rfa6a2f238cab48f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2.xml" Id="R09937a19bc894a72" /><Relationship Type="http://schemas.openxmlformats.org/officeDocument/2006/relationships/image" Target="/ppt/media/image42.png" Id="R9c75a7d8096a4b06" /><Relationship Type="http://schemas.openxmlformats.org/officeDocument/2006/relationships/image" Target="/ppt/media/image43.png" Id="R3368a63cb3b74d34" /><Relationship Type="http://schemas.openxmlformats.org/officeDocument/2006/relationships/image" Target="/ppt/media/image44.png" Id="R486a097c42a34e71" /><Relationship Type="http://schemas.openxmlformats.org/officeDocument/2006/relationships/notesSlide" Target="/ppt/notesSlides/notesSlide31.xml" Id="Rfe69890945f348f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2.xml" Id="R00ec7e40ba424935" /><Relationship Type="http://schemas.openxmlformats.org/officeDocument/2006/relationships/image" Target="/ppt/media/image3.png" Id="R24fce0cce1f64089" /><Relationship Type="http://schemas.openxmlformats.org/officeDocument/2006/relationships/image" Target="/ppt/media/image45.png" Id="Rcf3ad21f711e40e3" /><Relationship Type="http://schemas.openxmlformats.org/officeDocument/2006/relationships/image" Target="/ppt/media/image46.png" Id="Re01577c2c0b24d2c" /><Relationship Type="http://schemas.openxmlformats.org/officeDocument/2006/relationships/image" Target="/ppt/media/image47.png" Id="R36c55dab3a9e47f3" /><Relationship Type="http://schemas.openxmlformats.org/officeDocument/2006/relationships/notesSlide" Target="/ppt/notesSlides/notesSlide32.xml" Id="R8d48ebb2f38d475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2.xml" Id="R17b6d3ee5ccd4608" /><Relationship Type="http://schemas.openxmlformats.org/officeDocument/2006/relationships/image" Target="/ppt/media/image3.png" Id="R0e61177f18714c82" /><Relationship Type="http://schemas.openxmlformats.org/officeDocument/2006/relationships/image" Target="/ppt/media/image48.png" Id="R322c0ad787174d8d" /><Relationship Type="http://schemas.openxmlformats.org/officeDocument/2006/relationships/image" Target="/ppt/media/image49.png" Id="Ra0fb340a8f88489b" /><Relationship Type="http://schemas.openxmlformats.org/officeDocument/2006/relationships/notesSlide" Target="/ppt/notesSlides/notesSlide33.xml" Id="R1cb3539b22b14e1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2.xml" Id="R0e179033d92d4f49" /><Relationship Type="http://schemas.openxmlformats.org/officeDocument/2006/relationships/image" Target="/ppt/media/image4.png" Id="R4ae7637897e44484" /><Relationship Type="http://schemas.openxmlformats.org/officeDocument/2006/relationships/notesSlide" Target="/ppt/notesSlides/notesSlide34.xml" Id="Re2a0597dc14f40a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2.xml" Id="R0a07af8aa72c486c" /><Relationship Type="http://schemas.openxmlformats.org/officeDocument/2006/relationships/image" Target="/ppt/media/image3.png" Id="R876e88e9fd96429b" /><Relationship Type="http://schemas.openxmlformats.org/officeDocument/2006/relationships/image" Target="/ppt/media/image50.png" Id="Rd0aa9fc60f50494f" /><Relationship Type="http://schemas.openxmlformats.org/officeDocument/2006/relationships/image" Target="/ppt/media/image51.png" Id="Re17929f19a69427f" /><Relationship Type="http://schemas.openxmlformats.org/officeDocument/2006/relationships/notesSlide" Target="/ppt/notesSlides/notesSlide35.xml" Id="R5c3153fdbfca491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2.xml" Id="R7ec89c97bf7f4cf7" /><Relationship Type="http://schemas.openxmlformats.org/officeDocument/2006/relationships/image" Target="/ppt/media/image3.png" Id="R443e5e7294e54b87" /><Relationship Type="http://schemas.openxmlformats.org/officeDocument/2006/relationships/image" Target="/ppt/media/image52.png" Id="R90a30ed2cf7940dd" /><Relationship Type="http://schemas.openxmlformats.org/officeDocument/2006/relationships/notesSlide" Target="/ppt/notesSlides/notesSlide36.xml" Id="R40191efb5e2b4e8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2.xml" Id="R7adf774958db437d" /><Relationship Type="http://schemas.openxmlformats.org/officeDocument/2006/relationships/image" Target="/ppt/media/image3.png" Id="R10ebf89d1658424c" /><Relationship Type="http://schemas.openxmlformats.org/officeDocument/2006/relationships/image" Target="/ppt/media/image53.png" Id="Rbada971aee634d42" /><Relationship Type="http://schemas.openxmlformats.org/officeDocument/2006/relationships/image" Target="/ppt/media/image54.png" Id="Rde70ec89eee84d02" /><Relationship Type="http://schemas.openxmlformats.org/officeDocument/2006/relationships/notesSlide" Target="/ppt/notesSlides/notesSlide37.xml" Id="R69f657bebf00445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2.xml" Id="Rad7ee211008d43cc" /><Relationship Type="http://schemas.openxmlformats.org/officeDocument/2006/relationships/image" Target="/ppt/media/image3.png" Id="Rf3b902f2f274443e" /><Relationship Type="http://schemas.openxmlformats.org/officeDocument/2006/relationships/image" Target="/ppt/media/image55.png" Id="R96fa08fcb78c4ac7" /><Relationship Type="http://schemas.openxmlformats.org/officeDocument/2006/relationships/notesSlide" Target="/ppt/notesSlides/notesSlide38.xml" Id="Rc31133bf3d8f497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2.xml" Id="R54bc3a3ec4394c3f" /><Relationship Type="http://schemas.openxmlformats.org/officeDocument/2006/relationships/image" Target="/ppt/media/image3.png" Id="R97aa9312986b4e18" /><Relationship Type="http://schemas.openxmlformats.org/officeDocument/2006/relationships/image" Target="/ppt/media/image56.png" Id="R1c9c7541b7714682" /><Relationship Type="http://schemas.openxmlformats.org/officeDocument/2006/relationships/image" Target="/ppt/media/image57.png" Id="R2181c6a70df14a98" /><Relationship Type="http://schemas.openxmlformats.org/officeDocument/2006/relationships/notesSlide" Target="/ppt/notesSlides/notesSlide39.xml" Id="R4d3a260b9e5642d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2.xml" Id="Rd817ddb195c04a99" /><Relationship Type="http://schemas.openxmlformats.org/officeDocument/2006/relationships/image" Target="/ppt/media/image3.png" Id="R171918900c3c421c" /><Relationship Type="http://schemas.openxmlformats.org/officeDocument/2006/relationships/image" Target="/ppt/media/image58.png" Id="R52d9717e663c43f6" /><Relationship Type="http://schemas.openxmlformats.org/officeDocument/2006/relationships/image" Target="/ppt/media/image59.png" Id="R11a4f8b384d241d6" /><Relationship Type="http://schemas.openxmlformats.org/officeDocument/2006/relationships/notesSlide" Target="/ppt/notesSlides/notesSlide40.xml" Id="R481780828ca041c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2.xml" Id="Re8ae8a8a36ac4e5c" /><Relationship Type="http://schemas.openxmlformats.org/officeDocument/2006/relationships/image" Target="/ppt/media/image3.png" Id="Rbbf33f55707d4f01" /><Relationship Type="http://schemas.openxmlformats.org/officeDocument/2006/relationships/image" Target="/ppt/media/image60.png" Id="R8f5b37b20958475d" /><Relationship Type="http://schemas.openxmlformats.org/officeDocument/2006/relationships/image" Target="/ppt/media/image61.png" Id="R33774680d1404041" /><Relationship Type="http://schemas.openxmlformats.org/officeDocument/2006/relationships/image" Target="/ppt/media/image62.png" Id="R9d50935923bb49fa" /><Relationship Type="http://schemas.openxmlformats.org/officeDocument/2006/relationships/image" Target="/ppt/media/image63.png" Id="R7c9676cd52344d43" /><Relationship Type="http://schemas.openxmlformats.org/officeDocument/2006/relationships/notesSlide" Target="/ppt/notesSlides/notesSlide41.xml" Id="Rbe4b9a697a6845b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2.xml" Id="Re3035054391440e1" /><Relationship Type="http://schemas.openxmlformats.org/officeDocument/2006/relationships/image" Target="/ppt/media/image3.png" Id="Rfd4e17c4f3544485" /><Relationship Type="http://schemas.openxmlformats.org/officeDocument/2006/relationships/image" Target="/ppt/media/image64.png" Id="R4a2d145272664fc7" /><Relationship Type="http://schemas.openxmlformats.org/officeDocument/2006/relationships/image" Target="/ppt/media/image65.png" Id="R1098614503ff444e" /><Relationship Type="http://schemas.openxmlformats.org/officeDocument/2006/relationships/notesSlide" Target="/ppt/notesSlides/notesSlide42.xml" Id="Rc36a86fa2fef491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2.xml" Id="R03e63f67278c4b11" /><Relationship Type="http://schemas.openxmlformats.org/officeDocument/2006/relationships/image" Target="/ppt/media/image66.png" Id="Re79811559a264e15" /><Relationship Type="http://schemas.openxmlformats.org/officeDocument/2006/relationships/image" Target="/ppt/media/image67.png" Id="R0e27b14f0a2040ae" /><Relationship Type="http://schemas.openxmlformats.org/officeDocument/2006/relationships/notesSlide" Target="/ppt/notesSlides/notesSlide43.xml" Id="R2f8eca30dcfd4bb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图片 1"/>
          <p:cNvPicPr>
            <a:picLocks xmlns:a="http://schemas.openxmlformats.org/drawingml/2006/main" noChangeAspect="1"/>
          </p:cNvPicPr>
          <p:nvPr/>
        </p:nvPicPr>
        <p:blipFill>
          <a:blip xmlns:r="http://schemas.openxmlformats.org/officeDocument/2006/relationships" xmlns:a="http://schemas.openxmlformats.org/drawingml/2006/main" r:embed="Rcc1ba0a868734ac3"/>
          <a:stretch xmlns:a="http://schemas.openxmlformats.org/drawingml/2006/main">
            <a:fillRect l="0" t="0" r="0" b="0"/>
          </a:stretch>
        </p:blipFill>
        <p:spPr>
          <a:xfrm xmlns:a="http://schemas.openxmlformats.org/drawingml/2006/main">
            <a:off x="5330190" y="0"/>
            <a:ext cx="6861810" cy="6858000"/>
          </a:xfrm>
          <a:prstGeom xmlns:a="http://schemas.openxmlformats.org/drawingml/2006/main" prst="rect">
            <a:avLst/>
          </a:prstGeom>
        </p:spPr>
      </p:pic>
      <p:pic>
        <p:nvPicPr>
          <p:cNvPr id="2" name="图片 10"/>
          <p:cNvPicPr>
            <a:picLocks xmlns:a="http://schemas.openxmlformats.org/drawingml/2006/main" noChangeAspect="1"/>
          </p:cNvPicPr>
          <p:nvPr/>
        </p:nvPicPr>
        <p:blipFill>
          <a:blip xmlns:r="http://schemas.openxmlformats.org/officeDocument/2006/relationships" xmlns:a="http://schemas.openxmlformats.org/drawingml/2006/main" r:embed="Rb910286e3e584655"/>
          <a:srcRect xmlns:a="http://schemas.openxmlformats.org/drawingml/2006/main" l="0" t="0" r="0" b="0"/>
          <a:stretch xmlns:a="http://schemas.openxmlformats.org/drawingml/2006/main">
            <a:fillRect l="0" t="0" r="0" b="0"/>
          </a:stretch>
        </p:blipFill>
        <p:spPr>
          <a:xfrm xmlns:a="http://schemas.openxmlformats.org/drawingml/2006/main">
            <a:off x="203200" y="163513"/>
            <a:ext cx="1036638" cy="1008062"/>
          </a:xfrm>
          <a:prstGeom xmlns:a="http://schemas.openxmlformats.org/drawingml/2006/main" prst="rect">
            <a:avLst/>
          </a:prstGeom>
          <a:ln xmlns:a="http://schemas.openxmlformats.org/drawingml/2006/main">
            <a:noFill/>
          </a:ln>
        </p:spPr>
      </p:pic>
      <p:sp>
        <p:nvSpPr>
          <p:cNvPr id="32" name="矩形 31">
            <a:extLst xmlns:a="http://schemas.openxmlformats.org/drawingml/2006/main">
              <a:ext uri="{FF2B5EF4-FFF2-40B4-BE49-F238E27FC236}">
                <a16:creationId xmlns:a16="http://schemas.microsoft.com/office/drawing/2014/main" id="{AA4CD4F1-C813-451E-9123-84F97E9DEDD5}"/>
              </a:ext>
            </a:extLst>
          </p:cNvPr>
          <p:cNvSpPr>
            <a:spLocks xmlns:a="http://schemas.openxmlformats.org/drawingml/2006/main" noGrp="1"/>
          </p:cNvSpPr>
          <p:nvPr/>
        </p:nvSpPr>
        <p:spPr>
          <a:xfrm xmlns:a="http://schemas.openxmlformats.org/drawingml/2006/main" flipV="1">
            <a:off x="8890" y="4519930"/>
            <a:ext cx="6546215" cy="84092"/>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5" name="矩形 4">
            <a:extLst xmlns:a="http://schemas.openxmlformats.org/drawingml/2006/main">
              <a:ext uri="{FF2B5EF4-FFF2-40B4-BE49-F238E27FC236}">
                <a16:creationId xmlns:a16="http://schemas.microsoft.com/office/drawing/2014/main" id="{FD1DC1E0-3385-4B67-8BA1-15041944DFA0}"/>
              </a:ext>
            </a:extLst>
          </p:cNvPr>
          <p:cNvSpPr>
            <a:spLocks xmlns:a="http://schemas.openxmlformats.org/drawingml/2006/main" noGrp="1"/>
          </p:cNvSpPr>
          <p:nvPr/>
        </p:nvSpPr>
        <p:spPr>
          <a:xfrm xmlns:a="http://schemas.openxmlformats.org/drawingml/2006/main">
            <a:off x="-28575" y="2107565"/>
            <a:ext cx="5913755" cy="1096010"/>
          </a:xfrm>
          <a:prstGeom xmlns:a="http://schemas.openxmlformats.org/drawingml/2006/main" prst="rect">
            <a:avLst/>
          </a:prstGeom>
          <a:solidFill xmlns:a="http://schemas.openxmlformats.org/drawingml/2006/main">
            <a:srgbClr val="8497B0"/>
          </a:solidFill>
          <a:ln xmlns:a="http://schemas.openxmlformats.org/drawingml/2006/main">
            <a:noFill/>
          </a:ln>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l">
              <a:buNone/>
            </a:pPr>
            <a:r>
              <a:rPr sz="4800" b="1">
                <a:latin typeface="微软雅黑"/>
                <a:ea typeface="微软雅黑"/>
                <a:cs typeface="微软雅黑"/>
              </a:rPr>
              <a:t>Python</a:t>
            </a:r>
            <a:r>
              <a:rPr sz="4800" b="1">
                <a:solidFill>
                  <a:schemeClr val="bg1"/>
                </a:solidFill>
                <a:latin typeface="微软雅黑"/>
                <a:ea typeface="微软雅黑"/>
                <a:cs typeface="微软雅黑"/>
              </a:rPr>
              <a:t>高级</a:t>
            </a:r>
            <a:r>
              <a:rPr sz="4800" b="1">
                <a:latin typeface="微软雅黑"/>
                <a:ea typeface="微软雅黑"/>
                <a:cs typeface="微软雅黑"/>
              </a:rPr>
              <a:t>应用</a:t>
            </a:r>
          </a:p>
        </p:txBody>
      </p:sp>
      <p:sp>
        <p:nvSpPr>
          <p:cNvPr id="6" name="矩形 5">
            <a:extLst xmlns:a="http://schemas.openxmlformats.org/drawingml/2006/main">
              <a:ext uri="{FF2B5EF4-FFF2-40B4-BE49-F238E27FC236}">
                <a16:creationId xmlns:a16="http://schemas.microsoft.com/office/drawing/2014/main" id="{F6CA7DC0-22E0-490F-B210-45C41C79360A}"/>
              </a:ext>
            </a:extLst>
          </p:cNvPr>
          <p:cNvSpPr>
            <a:spLocks xmlns:a="http://schemas.openxmlformats.org/drawingml/2006/main" noGrp="1"/>
          </p:cNvSpPr>
          <p:nvPr/>
        </p:nvSpPr>
        <p:spPr>
          <a:xfrm xmlns:a="http://schemas.openxmlformats.org/drawingml/2006/main">
            <a:off x="8890" y="3630295"/>
            <a:ext cx="5290185" cy="973455"/>
          </a:xfrm>
          <a:prstGeom xmlns:a="http://schemas.openxmlformats.org/drawingml/2006/main" prst="rect">
            <a:avLst/>
          </a:prstGeom>
          <a:solidFill xmlns:a="http://schemas.openxmlformats.org/drawingml/2006/main">
            <a:srgbClr val="203864"/>
          </a:solidFill>
          <a:ln xmlns:a="http://schemas.openxmlformats.org/drawingml/2006/main">
            <a:noFill/>
          </a:ln>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lIns="136525" tIns="136525" rIns="136525" bIns="136525" anchor="ctr"/>
          <a:lstStyle xmlns:a="http://schemas.openxmlformats.org/drawingml/2006/main"/>
          <a:p xmlns:a="http://schemas.openxmlformats.org/drawingml/2006/main">
            <a:pPr algn="l">
              <a:buNone/>
            </a:pPr>
            <a:r>
              <a:rPr sz="4400" b="1">
                <a:latin typeface="微软雅黑"/>
                <a:ea typeface="微软雅黑"/>
                <a:cs typeface="微软雅黑"/>
              </a:rPr>
              <a:t>二手车价格预测</a:t>
            </a:r>
          </a:p>
        </p:txBody>
      </p:sp>
      <p:sp>
        <p:nvSpPr>
          <p:cNvPr id="55" name="文本框 54">
            <a:extLst xmlns:a="http://schemas.openxmlformats.org/drawingml/2006/main">
              <a:ext uri="{FF2B5EF4-FFF2-40B4-BE49-F238E27FC236}">
                <a16:creationId xmlns:a16="http://schemas.microsoft.com/office/drawing/2014/main" id="{EC03D375-D755-4678-84E2-ADC4D7DE1BEF}"/>
              </a:ext>
            </a:extLst>
          </p:cNvPr>
          <p:cNvSpPr>
            <a:spLocks xmlns:a="http://schemas.openxmlformats.org/drawingml/2006/main" noGrp="1"/>
          </p:cNvSpPr>
          <p:nvPr/>
        </p:nvSpPr>
        <p:spPr>
          <a:xfrm xmlns:a="http://schemas.openxmlformats.org/drawingml/2006/main">
            <a:off x="-13017" y="5030470"/>
            <a:ext cx="4095750" cy="521970"/>
          </a:xfrm>
          <a:prstGeom xmlns:a="http://schemas.openxmlformats.org/drawingml/2006/main" prst="rect">
            <a:avLst/>
          </a:prstGeom>
          <a:noFill xmlns:a="http://schemas.openxmlformats.org/drawingml/2006/main"/>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2800" b="1">
                <a:latin typeface="+mn-lt"/>
                <a:ea typeface="+mn-lt"/>
                <a:cs typeface="+mn-lt"/>
              </a:rPr>
              <a:t>主讲人：杨文天</a:t>
            </a:r>
          </a:p>
        </p:txBody>
      </p:sp>
    </p:spTree>
    <p:extLst>
      <p:ext uri="{BB962C8B-B14F-4D97-AF65-F5344CB8AC3E}">
        <p14:creationId xmlns:p14="http://schemas.microsoft.com/office/powerpoint/2010/main" val="168744863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文本框 1">
            <a:extLst xmlns:a="http://schemas.openxmlformats.org/drawingml/2006/main">
              <a:ext uri="{FF2B5EF4-FFF2-40B4-BE49-F238E27FC236}">
                <a16:creationId xmlns:a16="http://schemas.microsoft.com/office/drawing/2014/main" id="{D15ACD88-F04B-45AF-86B8-4FD3BC61BE1D}"/>
              </a:ext>
            </a:extLst>
          </p:cNvPr>
          <p:cNvSpPr>
            <a:spLocks xmlns:a="http://schemas.openxmlformats.org/drawingml/2006/main" noGrp="1"/>
          </p:cNvSpPr>
          <p:nvPr/>
        </p:nvSpPr>
        <p:spPr>
          <a:xfrm xmlns:a="http://schemas.openxmlformats.org/drawingml/2006/main">
            <a:off x="1301103" y="1878238"/>
            <a:ext cx="1980029" cy="58477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spc="300">
                <a:latin typeface="微软雅黑"/>
                <a:ea typeface="微软雅黑"/>
                <a:cs typeface="微软雅黑"/>
              </a:rPr>
              <a:t>本章导读</a:t>
            </a:r>
          </a:p>
        </p:txBody>
      </p:sp>
      <p:sp>
        <p:nvSpPr>
          <p:cNvPr id="3" name="矩形 7">
            <a:extLst xmlns:a="http://schemas.openxmlformats.org/drawingml/2006/main">
              <a:ext uri="{FF2B5EF4-FFF2-40B4-BE49-F238E27FC236}">
                <a16:creationId xmlns:a16="http://schemas.microsoft.com/office/drawing/2014/main" id="{2AFE9CF7-47F0-43FB-A1FF-57A1CD8FA858}"/>
              </a:ext>
            </a:extLst>
          </p:cNvPr>
          <p:cNvSpPr>
            <a:spLocks xmlns:a="http://schemas.openxmlformats.org/drawingml/2006/main" noGrp="1"/>
          </p:cNvSpPr>
          <p:nvPr/>
        </p:nvSpPr>
        <p:spPr>
          <a:xfrm xmlns:a="http://schemas.openxmlformats.org/drawingml/2006/main">
            <a:off x="1054359" y="1142481"/>
            <a:ext cx="986971" cy="4978400"/>
          </a:xfrm>
          <a:custGeom xmlns:a="http://schemas.openxmlformats.org/drawingml/2006/main">
            <a:rect l="l" t="t" r="r" b="b"/>
            <a:pathLst>
              <a:path w="1161143" h="4978400">
                <a:moveTo>
                  <a:pt x="1161143" y="1364343"/>
                </a:moveTo>
                <a:lnTo>
                  <a:pt x="1161143" y="4978400"/>
                </a:lnTo>
                <a:lnTo>
                  <a:pt x="0" y="4978400"/>
                </a:lnTo>
                <a:lnTo>
                  <a:pt x="0" y="0"/>
                </a:lnTo>
                <a:lnTo>
                  <a:pt x="1161143" y="0"/>
                </a:lnTo>
                <a:cubicBezTo>
                  <a:pt x="1161143" y="222552"/>
                  <a:pt x="1160508" y="749572"/>
                  <a:pt x="1160508" y="749572"/>
                </a:cubicBezTo>
              </a:path>
            </a:pathLst>
          </a:custGeom>
          <a:noFill xmlns:a="http://schemas.openxmlformats.org/drawingml/2006/main"/>
          <a:ln xmlns:a="http://schemas.openxmlformats.org/drawingml/2006/main" w="28575">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Title 6">
            <a:extLst xmlns:a="http://schemas.openxmlformats.org/drawingml/2006/main">
              <a:ext uri="{FF2B5EF4-FFF2-40B4-BE49-F238E27FC236}">
                <a16:creationId xmlns:a16="http://schemas.microsoft.com/office/drawing/2014/main" id="{5B9D6DD0-63CF-44D1-B1A1-CD964043DF71}"/>
              </a:ext>
            </a:extLst>
          </p:cNvPr>
          <p:cNvSpPr>
            <a:spLocks xmlns:a="http://schemas.openxmlformats.org/drawingml/2006/main" noGrp="1"/>
          </p:cNvSpPr>
          <p:nvPr/>
        </p:nvSpPr>
        <p:spPr>
          <a:xfrm xmlns:a="http://schemas.openxmlformats.org/drawingml/2006/main">
            <a:off x="2383155" y="2672080"/>
            <a:ext cx="9081135" cy="2377440"/>
          </a:xfrm>
          <a:prstGeom xmlns:a="http://schemas.openxmlformats.org/drawingml/2006/main" prst="rect">
            <a:avLst/>
          </a:prstGeom>
          <a:noFill xmlns:a="http://schemas.openxmlformats.org/drawingml/2006/main"/>
        </p:spPr>
        <p:txBody>
          <a:bodyPr xmlns:a="http://schemas.openxmlformats.org/drawingml/2006/main" wrap="square" lIns="101600" tIns="0" rIns="82550" bIns="0" anchor="t">
            <a:spAutoFit/>
          </a:bodyPr>
          <a:lstStyle xmlns:a="http://schemas.openxmlformats.org/drawingml/2006/main">
            <a:lvl1pPr>
              <a:lnSpc>
                <a:spcPct val="130000"/>
              </a:lnSpc>
              <a:spcAft>
                <a:spcPts val="1000"/>
              </a:spcAft>
              <a:buNone/>
              <a:defRPr sz="1600" spc="150"/>
            </a:lvl1pPr>
          </a:lstStyle>
          <a:p xmlns:a="http://schemas.openxmlformats.org/drawingml/2006/main">
            <a:pPr marL="342900" indent="-342900">
              <a:lnSpc>
                <a:spcPct val="150000"/>
              </a:lnSpc>
              <a:spcBef>
                <a:spcPts val="0"/>
              </a:spcBef>
              <a:spcAft>
                <a:spcPts val="0"/>
              </a:spcAft>
              <a:buChar char="u"/>
            </a:pPr>
            <a:r>
              <a:rPr sz="2200">
                <a:latin typeface="+mn-ea"/>
                <a:ea typeface="+mn-ea"/>
                <a:cs typeface="+mn-ea"/>
              </a:rPr>
              <a:t>本项目围绕二手车成交价格 price 建立回归预测模型，使用 Pandas、NumPy、Scikit-learn 完成数据清洗、特征工程、可视化分析与模型验证；最终选择 RandomForest 主模型，验证集 MAE 为 622.53。</a:t>
            </a:r>
          </a:p>
          <a:p xmlns:a="http://schemas.openxmlformats.org/drawingml/2006/main">
            <a:pPr marL="0" indent="0">
              <a:lnSpc>
                <a:spcPct val="150000"/>
              </a:lnSpc>
              <a:spcBef>
                <a:spcPts val="0"/>
              </a:spcBef>
              <a:spcAft>
                <a:spcPts val="0"/>
              </a:spcAft>
              <a:buNone/>
            </a:pPr>
            <a:r>
              <a:t/>
            </a:r>
          </a:p>
        </p:txBody>
      </p:sp>
      <p:pic>
        <p:nvPicPr>
          <p:cNvPr id="125" name="图片 13"/>
          <p:cNvPicPr>
            <a:picLocks xmlns:a="http://schemas.openxmlformats.org/drawingml/2006/main" noChangeAspect="1"/>
          </p:cNvPicPr>
          <p:nvPr/>
        </p:nvPicPr>
        <p:blipFill>
          <a:blip xmlns:r="http://schemas.openxmlformats.org/officeDocument/2006/relationships" xmlns:a="http://schemas.openxmlformats.org/drawingml/2006/main" r:embed="R6c8b5dc7e4e64779"/>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04534C29-0057-4A5B-9A43-984DEBB858EF}"/>
              </a:ext>
            </a:extLst>
          </p:cNvPr>
          <p:cNvSpPr>
            <a:spLocks xmlns:a="http://schemas.openxmlformats.org/drawingml/2006/main" noGrp="1"/>
          </p:cNvSpPr>
          <p:nvPr/>
        </p:nvSpPr>
        <p:spPr>
          <a:xfrm xmlns:a="http://schemas.openxmlformats.org/drawingml/2006/main" rot="0">
            <a:off x="900429" y="331471"/>
            <a:ext cx="4213223" cy="562608"/>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1138C27C-D1D0-495E-A9FA-E69B03292119}"/>
              </a:ext>
            </a:extLst>
          </p:cNvPr>
          <p:cNvSpPr>
            <a:spLocks xmlns:a="http://schemas.openxmlformats.org/drawingml/2006/main" noGrp="1"/>
          </p:cNvSpPr>
          <p:nvPr/>
        </p:nvSpPr>
        <p:spPr>
          <a:xfrm xmlns:a="http://schemas.openxmlformats.org/drawingml/2006/main" rot="0">
            <a:off x="2383159" y="352073"/>
            <a:ext cx="3177540" cy="95313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800" b="1" spc="100">
                <a:solidFill>
                  <a:srgbClr val="0277BD"/>
                </a:solidFill>
                <a:latin typeface="+mn-lt"/>
                <a:ea typeface="+mn-lt"/>
                <a:cs typeface="+mn-lt"/>
              </a:rPr>
              <a:t>机器学习算法</a:t>
            </a:r>
          </a:p>
          <a:p xmlns:a="http://schemas.openxmlformats.org/drawingml/2006/main">
            <a:pPr algn="l">
              <a:spcBef>
                <a:spcPts val="0"/>
              </a:spcBef>
              <a:spcAft>
                <a:spcPts val="0"/>
              </a:spcAft>
              <a:buNone/>
            </a:pPr>
          </a:p>
        </p:txBody>
      </p:sp>
      <p:sp>
        <p:nvSpPr>
          <p:cNvPr id="44" name="矩形 43">
            <a:extLst xmlns:a="http://schemas.openxmlformats.org/drawingml/2006/main">
              <a:ext uri="{FF2B5EF4-FFF2-40B4-BE49-F238E27FC236}">
                <a16:creationId xmlns:a16="http://schemas.microsoft.com/office/drawing/2014/main" id="{071E9D51-27EB-404B-B9C0-B7D9C0E71F92}"/>
              </a:ext>
            </a:extLst>
          </p:cNvPr>
          <p:cNvSpPr>
            <a:spLocks xmlns:a="http://schemas.openxmlformats.org/drawingml/2006/main" noGrp="1"/>
          </p:cNvSpPr>
          <p:nvPr/>
        </p:nvSpPr>
        <p:spPr>
          <a:xfrm xmlns:a="http://schemas.openxmlformats.org/drawingml/2006/main" rot="0">
            <a:off x="900433" y="351790"/>
            <a:ext cx="3484244" cy="52197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800" b="1" spc="200">
                <a:solidFill>
                  <a:schemeClr val="bg1"/>
                </a:solidFill>
                <a:latin typeface="+mn-lt"/>
                <a:ea typeface="+mn-lt"/>
                <a:cs typeface="+mn-lt"/>
              </a:rPr>
              <a:t>第10章</a:t>
            </a:r>
            <a:r>
              <a:rPr sz="2800" b="1" spc="100">
                <a:solidFill>
                  <a:schemeClr val="bg1"/>
                </a:solidFill>
                <a:latin typeface="+mn-lt"/>
                <a:ea typeface="+mn-lt"/>
                <a:cs typeface="+mn-lt"/>
              </a:rPr>
              <a:t> </a:t>
            </a:r>
          </a:p>
        </p:txBody>
      </p:sp>
      <p:pic>
        <p:nvPicPr>
          <p:cNvPr id="129" name="图片 4"/>
          <p:cNvPicPr>
            <a:picLocks xmlns:a="http://schemas.openxmlformats.org/drawingml/2006/main" noChangeAspect="1"/>
          </p:cNvPicPr>
          <p:nvPr/>
        </p:nvPicPr>
        <p:blipFill>
          <a:blip xmlns:r="http://schemas.openxmlformats.org/officeDocument/2006/relationships" xmlns:a="http://schemas.openxmlformats.org/drawingml/2006/main" r:embed="R80fdf067a6b84a69"/>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extLst>
      <p:ext uri="{BB962C8B-B14F-4D97-AF65-F5344CB8AC3E}">
        <p14:creationId xmlns:p14="http://schemas.microsoft.com/office/powerpoint/2010/main" val="4509090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文本框 1">
            <a:extLst xmlns:a="http://schemas.openxmlformats.org/drawingml/2006/main">
              <a:ext uri="{FF2B5EF4-FFF2-40B4-BE49-F238E27FC236}">
                <a16:creationId xmlns:a16="http://schemas.microsoft.com/office/drawing/2014/main" id="{F4946018-04AB-4DDB-89FD-B8A5A6631754}"/>
              </a:ext>
            </a:extLst>
          </p:cNvPr>
          <p:cNvSpPr>
            <a:spLocks xmlns:a="http://schemas.openxmlformats.org/drawingml/2006/main" noGrp="1"/>
          </p:cNvSpPr>
          <p:nvPr/>
        </p:nvSpPr>
        <p:spPr>
          <a:xfrm xmlns:a="http://schemas.openxmlformats.org/drawingml/2006/main">
            <a:off x="1301103" y="1878238"/>
            <a:ext cx="1980029" cy="58477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spc="300">
                <a:latin typeface="微软雅黑"/>
                <a:ea typeface="微软雅黑"/>
                <a:cs typeface="微软雅黑"/>
              </a:rPr>
              <a:t>学习目标</a:t>
            </a:r>
          </a:p>
        </p:txBody>
      </p:sp>
      <p:sp>
        <p:nvSpPr>
          <p:cNvPr id="3" name="矩形 7">
            <a:extLst xmlns:a="http://schemas.openxmlformats.org/drawingml/2006/main">
              <a:ext uri="{FF2B5EF4-FFF2-40B4-BE49-F238E27FC236}">
                <a16:creationId xmlns:a16="http://schemas.microsoft.com/office/drawing/2014/main" id="{30CE0ADE-F310-4636-A03D-CF0F3887E7E7}"/>
              </a:ext>
            </a:extLst>
          </p:cNvPr>
          <p:cNvSpPr>
            <a:spLocks xmlns:a="http://schemas.openxmlformats.org/drawingml/2006/main" noGrp="1"/>
          </p:cNvSpPr>
          <p:nvPr/>
        </p:nvSpPr>
        <p:spPr>
          <a:xfrm xmlns:a="http://schemas.openxmlformats.org/drawingml/2006/main">
            <a:off x="1054359" y="1142481"/>
            <a:ext cx="986971" cy="4978400"/>
          </a:xfrm>
          <a:custGeom xmlns:a="http://schemas.openxmlformats.org/drawingml/2006/main">
            <a:rect l="l" t="t" r="r" b="b"/>
            <a:pathLst>
              <a:path w="1161143" h="4978400">
                <a:moveTo>
                  <a:pt x="1161143" y="1364343"/>
                </a:moveTo>
                <a:lnTo>
                  <a:pt x="1161143" y="4978400"/>
                </a:lnTo>
                <a:lnTo>
                  <a:pt x="0" y="4978400"/>
                </a:lnTo>
                <a:lnTo>
                  <a:pt x="0" y="0"/>
                </a:lnTo>
                <a:lnTo>
                  <a:pt x="1161143" y="0"/>
                </a:lnTo>
                <a:cubicBezTo>
                  <a:pt x="1161143" y="222552"/>
                  <a:pt x="1160508" y="749572"/>
                  <a:pt x="1160508" y="749572"/>
                </a:cubicBezTo>
              </a:path>
            </a:pathLst>
          </a:custGeom>
          <a:noFill xmlns:a="http://schemas.openxmlformats.org/drawingml/2006/main"/>
          <a:ln xmlns:a="http://schemas.openxmlformats.org/drawingml/2006/main" w="28575">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矩形 15">
            <a:extLst xmlns:a="http://schemas.openxmlformats.org/drawingml/2006/main">
              <a:ext uri="{FF2B5EF4-FFF2-40B4-BE49-F238E27FC236}">
                <a16:creationId xmlns:a16="http://schemas.microsoft.com/office/drawing/2014/main" id="{E7DDF665-70B1-4742-A83B-EE4976C3A5D5}"/>
              </a:ext>
            </a:extLst>
          </p:cNvPr>
          <p:cNvSpPr>
            <a:spLocks xmlns:a="http://schemas.openxmlformats.org/drawingml/2006/main" noGrp="1"/>
          </p:cNvSpPr>
          <p:nvPr/>
        </p:nvSpPr>
        <p:spPr>
          <a:xfrm xmlns:a="http://schemas.openxmlformats.org/drawingml/2006/main">
            <a:off x="3563620" y="2930525"/>
            <a:ext cx="6476365" cy="430887"/>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2200">
                <a:solidFill>
                  <a:schemeClr val="tx1"/>
                </a:solidFill>
                <a:latin typeface="+mn-ea"/>
                <a:ea typeface="+mn-ea"/>
                <a:cs typeface="+mn-ea"/>
              </a:rPr>
              <a:t>理解二手车价格回归任务与 MAE 评价指标</a:t>
            </a:r>
          </a:p>
        </p:txBody>
      </p:sp>
      <p:sp>
        <p:nvSpPr>
          <p:cNvPr id="17" name="矩形 16">
            <a:extLst xmlns:a="http://schemas.openxmlformats.org/drawingml/2006/main">
              <a:ext uri="{FF2B5EF4-FFF2-40B4-BE49-F238E27FC236}">
                <a16:creationId xmlns:a16="http://schemas.microsoft.com/office/drawing/2014/main" id="{B36229AE-553F-4A2F-B136-8B0016717267}"/>
              </a:ext>
            </a:extLst>
          </p:cNvPr>
          <p:cNvSpPr>
            <a:spLocks xmlns:a="http://schemas.openxmlformats.org/drawingml/2006/main" noGrp="1"/>
          </p:cNvSpPr>
          <p:nvPr/>
        </p:nvSpPr>
        <p:spPr>
          <a:xfrm xmlns:a="http://schemas.openxmlformats.org/drawingml/2006/main">
            <a:off x="3563620" y="3707130"/>
            <a:ext cx="6642100" cy="42989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2200">
                <a:latin typeface="+mn-ea"/>
                <a:ea typeface="+mn-ea"/>
                <a:cs typeface="+mn-ea"/>
              </a:rPr>
              <a:t>掌握数据清洗、特征构造与可视化分析流程</a:t>
            </a:r>
          </a:p>
        </p:txBody>
      </p:sp>
      <p:sp>
        <p:nvSpPr>
          <p:cNvPr id="18" name="矩形 17">
            <a:extLst xmlns:a="http://schemas.openxmlformats.org/drawingml/2006/main">
              <a:ext uri="{FF2B5EF4-FFF2-40B4-BE49-F238E27FC236}">
                <a16:creationId xmlns:a16="http://schemas.microsoft.com/office/drawing/2014/main" id="{56882869-6EA3-4F0C-A2B9-1A7D55331017}"/>
              </a:ext>
            </a:extLst>
          </p:cNvPr>
          <p:cNvSpPr>
            <a:spLocks xmlns:a="http://schemas.openxmlformats.org/drawingml/2006/main" noGrp="1"/>
          </p:cNvSpPr>
          <p:nvPr/>
        </p:nvSpPr>
        <p:spPr>
          <a:xfrm xmlns:a="http://schemas.openxmlformats.org/drawingml/2006/main">
            <a:off x="3563620" y="4483735"/>
            <a:ext cx="7472680" cy="42989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r>
              <a:rPr sz="2200">
                <a:solidFill>
                  <a:schemeClr val="tx1"/>
                </a:solidFill>
                <a:latin typeface="+mn-ea"/>
                <a:ea typeface="+mn-ea"/>
                <a:cs typeface="+mn-ea"/>
              </a:rPr>
              <a:t>比较 Ridge 基线与 RandomForest 主模型并输出预测结果</a:t>
            </a:r>
          </a:p>
        </p:txBody>
      </p:sp>
      <p:sp>
        <p:nvSpPr>
          <p:cNvPr id="13" name="矩形 12">
            <a:extLst xmlns:a="http://schemas.openxmlformats.org/drawingml/2006/main">
              <a:ext uri="{FF2B5EF4-FFF2-40B4-BE49-F238E27FC236}">
                <a16:creationId xmlns:a16="http://schemas.microsoft.com/office/drawing/2014/main" id="{EECC9AA4-0CFB-4CC9-BF34-30EFAADB922A}"/>
              </a:ext>
            </a:extLst>
          </p:cNvPr>
          <p:cNvSpPr>
            <a:spLocks xmlns:a="http://schemas.openxmlformats.org/drawingml/2006/main" noGrp="1"/>
          </p:cNvSpPr>
          <p:nvPr/>
        </p:nvSpPr>
        <p:spPr>
          <a:xfrm xmlns:a="http://schemas.openxmlformats.org/drawingml/2006/main">
            <a:off x="3281045" y="3037840"/>
            <a:ext cx="294005" cy="21590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矩形 13">
            <a:extLst xmlns:a="http://schemas.openxmlformats.org/drawingml/2006/main">
              <a:ext uri="{FF2B5EF4-FFF2-40B4-BE49-F238E27FC236}">
                <a16:creationId xmlns:a16="http://schemas.microsoft.com/office/drawing/2014/main" id="{9AA3BEDA-37C3-4E81-8348-63B97ED755C9}"/>
              </a:ext>
            </a:extLst>
          </p:cNvPr>
          <p:cNvSpPr>
            <a:spLocks xmlns:a="http://schemas.openxmlformats.org/drawingml/2006/main" noGrp="1"/>
          </p:cNvSpPr>
          <p:nvPr/>
        </p:nvSpPr>
        <p:spPr>
          <a:xfrm xmlns:a="http://schemas.openxmlformats.org/drawingml/2006/main">
            <a:off x="3281045" y="3808095"/>
            <a:ext cx="294005" cy="21590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矩形 14">
            <a:extLst xmlns:a="http://schemas.openxmlformats.org/drawingml/2006/main">
              <a:ext uri="{FF2B5EF4-FFF2-40B4-BE49-F238E27FC236}">
                <a16:creationId xmlns:a16="http://schemas.microsoft.com/office/drawing/2014/main" id="{8DB64127-2799-4E3E-9D76-1D43B7C7B4EC}"/>
              </a:ext>
            </a:extLst>
          </p:cNvPr>
          <p:cNvSpPr>
            <a:spLocks xmlns:a="http://schemas.openxmlformats.org/drawingml/2006/main" noGrp="1"/>
          </p:cNvSpPr>
          <p:nvPr/>
        </p:nvSpPr>
        <p:spPr>
          <a:xfrm xmlns:a="http://schemas.openxmlformats.org/drawingml/2006/main">
            <a:off x="3281045" y="4583430"/>
            <a:ext cx="294005" cy="21590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2" name="图片 13"/>
          <p:cNvPicPr>
            <a:picLocks xmlns:a="http://schemas.openxmlformats.org/drawingml/2006/main" noChangeAspect="1"/>
          </p:cNvPicPr>
          <p:nvPr/>
        </p:nvPicPr>
        <p:blipFill>
          <a:blip xmlns:r="http://schemas.openxmlformats.org/officeDocument/2006/relationships" xmlns:a="http://schemas.openxmlformats.org/drawingml/2006/main" r:embed="R88d192a438ed4dc7"/>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34" name="矩形 33">
            <a:extLst xmlns:a="http://schemas.openxmlformats.org/drawingml/2006/main">
              <a:ext uri="{FF2B5EF4-FFF2-40B4-BE49-F238E27FC236}">
                <a16:creationId xmlns:a16="http://schemas.microsoft.com/office/drawing/2014/main" id="{363DE2C4-70F7-4C8D-955D-E059FFD590BE}"/>
              </a:ext>
            </a:extLst>
          </p:cNvPr>
          <p:cNvSpPr>
            <a:spLocks xmlns:a="http://schemas.openxmlformats.org/drawingml/2006/main" noGrp="1"/>
          </p:cNvSpPr>
          <p:nvPr/>
        </p:nvSpPr>
        <p:spPr>
          <a:xfrm xmlns:a="http://schemas.openxmlformats.org/drawingml/2006/main" rot="0">
            <a:off x="900429" y="331471"/>
            <a:ext cx="4213223" cy="562609"/>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36" name="文本框 35">
            <a:extLst xmlns:a="http://schemas.openxmlformats.org/drawingml/2006/main">
              <a:ext uri="{FF2B5EF4-FFF2-40B4-BE49-F238E27FC236}">
                <a16:creationId xmlns:a16="http://schemas.microsoft.com/office/drawing/2014/main" id="{91D9A070-893F-43BB-A61A-AD0F52423495}"/>
              </a:ext>
            </a:extLst>
          </p:cNvPr>
          <p:cNvSpPr>
            <a:spLocks xmlns:a="http://schemas.openxmlformats.org/drawingml/2006/main" noGrp="1"/>
          </p:cNvSpPr>
          <p:nvPr/>
        </p:nvSpPr>
        <p:spPr>
          <a:xfrm xmlns:a="http://schemas.openxmlformats.org/drawingml/2006/main" rot="0">
            <a:off x="2329184" y="372394"/>
            <a:ext cx="317754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800" b="1" spc="100">
                <a:solidFill>
                  <a:srgbClr val="0277BD"/>
                </a:solidFill>
                <a:latin typeface="+mn-lt"/>
                <a:ea typeface="+mn-lt"/>
                <a:cs typeface="+mn-lt"/>
              </a:rPr>
              <a:t>机器学习算法</a:t>
            </a:r>
          </a:p>
        </p:txBody>
      </p:sp>
      <p:sp>
        <p:nvSpPr>
          <p:cNvPr id="37" name="矩形 36">
            <a:extLst xmlns:a="http://schemas.openxmlformats.org/drawingml/2006/main">
              <a:ext uri="{FF2B5EF4-FFF2-40B4-BE49-F238E27FC236}">
                <a16:creationId xmlns:a16="http://schemas.microsoft.com/office/drawing/2014/main" id="{C22EE86F-DB9F-4086-B295-6C2677FF5D68}"/>
              </a:ext>
            </a:extLst>
          </p:cNvPr>
          <p:cNvSpPr>
            <a:spLocks xmlns:a="http://schemas.openxmlformats.org/drawingml/2006/main" noGrp="1"/>
          </p:cNvSpPr>
          <p:nvPr/>
        </p:nvSpPr>
        <p:spPr>
          <a:xfrm xmlns:a="http://schemas.openxmlformats.org/drawingml/2006/main" rot="0">
            <a:off x="900433" y="351791"/>
            <a:ext cx="3484244" cy="52197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800" b="1" spc="200">
                <a:solidFill>
                  <a:schemeClr val="bg1"/>
                </a:solidFill>
                <a:latin typeface="+mn-lt"/>
                <a:ea typeface="+mn-lt"/>
                <a:cs typeface="+mn-lt"/>
              </a:rPr>
              <a:t>第10章</a:t>
            </a:r>
            <a:r>
              <a:rPr sz="2800" b="1" spc="100">
                <a:solidFill>
                  <a:schemeClr val="bg1"/>
                </a:solidFill>
                <a:latin typeface="+mn-lt"/>
                <a:ea typeface="+mn-lt"/>
                <a:cs typeface="+mn-lt"/>
              </a:rPr>
              <a:t> </a:t>
            </a:r>
          </a:p>
        </p:txBody>
      </p:sp>
      <p:pic>
        <p:nvPicPr>
          <p:cNvPr id="38" name="图片 3"/>
          <p:cNvPicPr>
            <a:picLocks xmlns:a="http://schemas.openxmlformats.org/drawingml/2006/main" noChangeAspect="1"/>
          </p:cNvPicPr>
          <p:nvPr/>
        </p:nvPicPr>
        <p:blipFill>
          <a:blip xmlns:r="http://schemas.openxmlformats.org/officeDocument/2006/relationships" xmlns:a="http://schemas.openxmlformats.org/drawingml/2006/main" r:embed="R31bf53b857d54bcd"/>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extLst>
      <p:ext uri="{BB962C8B-B14F-4D97-AF65-F5344CB8AC3E}">
        <p14:creationId xmlns:p14="http://schemas.microsoft.com/office/powerpoint/2010/main" val="114402878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直接连接符 4">
            <a:extLst xmlns:a="http://schemas.openxmlformats.org/drawingml/2006/main">
              <a:ext uri="{FF2B5EF4-FFF2-40B4-BE49-F238E27FC236}">
                <a16:creationId xmlns:a16="http://schemas.microsoft.com/office/drawing/2014/main" id="{3A30B3FC-D5F1-491F-969C-AA50DE715138}"/>
              </a:ext>
            </a:extLst>
          </p:cNvPr>
          <p:cNvSpPr>
            <a:spLocks xmlns:a="http://schemas.openxmlformats.org/drawingml/2006/main" noGrp="1"/>
          </p:cNvSpPr>
          <p:nvPr/>
        </p:nvSpPr>
        <p:spPr>
          <a:xfrm xmlns:a="http://schemas.openxmlformats.org/drawingml/2006/main" flipV="1">
            <a:off x="6450013" y="3268980"/>
            <a:ext cx="5575935" cy="20320"/>
          </a:xfrm>
          <a:prstGeom xmlns:a="http://schemas.openxmlformats.org/drawingml/2006/main" prst="line">
            <a:avLst/>
          </a:prstGeom>
          <a:ln xmlns:a="http://schemas.openxmlformats.org/drawingml/2006/main" w="76200">
            <a:solidFill>
              <a:srgbClr val="1F557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矩形 22">
            <a:extLst xmlns:a="http://schemas.openxmlformats.org/drawingml/2006/main">
              <a:ext uri="{FF2B5EF4-FFF2-40B4-BE49-F238E27FC236}">
                <a16:creationId xmlns:a16="http://schemas.microsoft.com/office/drawing/2014/main" id="{529C453C-3204-43D1-A64A-32E8EBDECDDE}"/>
              </a:ext>
            </a:extLst>
          </p:cNvPr>
          <p:cNvSpPr>
            <a:spLocks xmlns:a="http://schemas.openxmlformats.org/drawingml/2006/main" noGrp="1"/>
          </p:cNvSpPr>
          <p:nvPr/>
        </p:nvSpPr>
        <p:spPr>
          <a:xfrm xmlns:a="http://schemas.openxmlformats.org/drawingml/2006/main">
            <a:off x="6450330" y="3465830"/>
            <a:ext cx="5594350" cy="1210945"/>
          </a:xfrm>
          <a:prstGeom xmlns:a="http://schemas.openxmlformats.org/drawingml/2006/main" prst="rect">
            <a:avLst/>
          </a:prstGeom>
          <a:solidFill xmlns:a="http://schemas.openxmlformats.org/drawingml/2006/main">
            <a:srgbClr val="84ADC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6" name="文本框 5">
            <a:extLst xmlns:a="http://schemas.openxmlformats.org/drawingml/2006/main">
              <a:ext uri="{FF2B5EF4-FFF2-40B4-BE49-F238E27FC236}">
                <a16:creationId xmlns:a16="http://schemas.microsoft.com/office/drawing/2014/main" id="{9A888761-E840-4116-8344-5FD30C277C65}"/>
              </a:ext>
            </a:extLst>
          </p:cNvPr>
          <p:cNvSpPr>
            <a:spLocks xmlns:a="http://schemas.openxmlformats.org/drawingml/2006/main" noGrp="1"/>
          </p:cNvSpPr>
          <p:nvPr/>
        </p:nvSpPr>
        <p:spPr>
          <a:xfrm xmlns:a="http://schemas.openxmlformats.org/drawingml/2006/main">
            <a:off x="6450013" y="3590657"/>
            <a:ext cx="5545455" cy="9612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spcBef>
                <a:spcPts val="0"/>
              </a:spcBef>
              <a:spcAft>
                <a:spcPts val="0"/>
              </a:spcAft>
              <a:buNone/>
            </a:pPr>
            <a:r>
              <a:rPr sz="2000" b="1">
                <a:solidFill>
                  <a:schemeClr val="bg1"/>
                </a:solidFill>
                <a:latin typeface="+mn-lt"/>
                <a:ea typeface="+mn-lt"/>
                <a:cs typeface="+mn-lt"/>
              </a:rPr>
              <a:t>一种预测性的分析技术，它研究的是因变量（目标）和自变量（预测器）之间的</a:t>
            </a:r>
            <a:r>
              <a:rPr sz="2000" b="1">
                <a:solidFill>
                  <a:srgbClr val="FF0000"/>
                </a:solidFill>
                <a:latin typeface="+mn-lt"/>
                <a:ea typeface="+mn-lt"/>
                <a:cs typeface="+mn-lt"/>
              </a:rPr>
              <a:t>关系</a:t>
            </a:r>
            <a:r>
              <a:rPr sz="2000" b="1">
                <a:solidFill>
                  <a:schemeClr val="bg1"/>
                </a:solidFill>
                <a:latin typeface="+mn-lt"/>
                <a:ea typeface="+mn-lt"/>
                <a:cs typeface="+mn-lt"/>
              </a:rPr>
              <a:t>。</a:t>
            </a:r>
          </a:p>
        </p:txBody>
      </p:sp>
      <p:sp>
        <p:nvSpPr>
          <p:cNvPr id="26" name="文本框 25">
            <a:extLst xmlns:a="http://schemas.openxmlformats.org/drawingml/2006/main">
              <a:ext uri="{FF2B5EF4-FFF2-40B4-BE49-F238E27FC236}">
                <a16:creationId xmlns:a16="http://schemas.microsoft.com/office/drawing/2014/main" id="{EAB3F88C-0D08-40B5-A471-E0EA575E4560}"/>
              </a:ext>
            </a:extLst>
          </p:cNvPr>
          <p:cNvSpPr>
            <a:spLocks xmlns:a="http://schemas.openxmlformats.org/drawingml/2006/main" noGrp="1"/>
          </p:cNvSpPr>
          <p:nvPr/>
        </p:nvSpPr>
        <p:spPr>
          <a:xfrm xmlns:a="http://schemas.openxmlformats.org/drawingml/2006/main">
            <a:off x="6324600" y="2341880"/>
            <a:ext cx="6001385" cy="8254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50000"/>
              </a:lnSpc>
              <a:spcBef>
                <a:spcPts val="0"/>
              </a:spcBef>
              <a:spcAft>
                <a:spcPts val="0"/>
              </a:spcAft>
              <a:buNone/>
            </a:pPr>
            <a:r>
              <a:rPr sz="3600" b="1">
                <a:solidFill>
                  <a:schemeClr val="tx1"/>
                </a:solidFill>
                <a:latin typeface="+mn-lt"/>
                <a:ea typeface="+mn-lt"/>
                <a:cs typeface="+mn-lt"/>
              </a:rPr>
              <a:t>回归分析的概念与分类</a:t>
            </a:r>
          </a:p>
        </p:txBody>
      </p:sp>
      <p:sp>
        <p:nvSpPr>
          <p:cNvPr id="3" name="椭圆 2">
            <a:extLst xmlns:a="http://schemas.openxmlformats.org/drawingml/2006/main">
              <a:ext uri="{FF2B5EF4-FFF2-40B4-BE49-F238E27FC236}">
                <a16:creationId xmlns:a16="http://schemas.microsoft.com/office/drawing/2014/main" id="{1CF88786-09C6-4FC8-8646-97AE94D5EB94}"/>
              </a:ext>
            </a:extLst>
          </p:cNvPr>
          <p:cNvSpPr>
            <a:spLocks xmlns:a="http://schemas.openxmlformats.org/drawingml/2006/main" noGrp="1"/>
          </p:cNvSpPr>
          <p:nvPr/>
        </p:nvSpPr>
        <p:spPr>
          <a:xfrm xmlns:a="http://schemas.openxmlformats.org/drawingml/2006/main">
            <a:off x="2319338" y="1179513"/>
            <a:ext cx="3973512" cy="3973512"/>
          </a:xfrm>
          <a:prstGeom xmlns:a="http://schemas.openxmlformats.org/drawingml/2006/main" prst="ellipse">
            <a:avLst/>
          </a:prstGeom>
          <a:noFill xmlns:a="http://schemas.openxmlformats.org/drawingml/2006/main"/>
          <a:ln xmlns:a="http://schemas.openxmlformats.org/drawingml/2006/main" w="5080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28"/>
          <p:cNvPicPr>
            <a:picLocks xmlns:a="http://schemas.openxmlformats.org/drawingml/2006/main" noChangeAspect="1"/>
          </p:cNvPicPr>
          <p:nvPr/>
        </p:nvPicPr>
        <p:blipFill>
          <a:blip xmlns:r="http://schemas.openxmlformats.org/officeDocument/2006/relationships" xmlns:a="http://schemas.openxmlformats.org/drawingml/2006/main" r:embed="Rc4a383a3f90b4c28"/>
          <a:srcRect xmlns:a="http://schemas.openxmlformats.org/drawingml/2006/main" l="0" t="0" r="0" b="0"/>
          <a:stretch xmlns:a="http://schemas.openxmlformats.org/drawingml/2006/main">
            <a:fillRect l="0" t="0" r="0" b="0"/>
          </a:stretch>
        </p:blipFill>
        <p:spPr>
          <a:xfrm xmlns:a="http://schemas.openxmlformats.org/drawingml/2006/main">
            <a:off x="-1173163" y="598488"/>
            <a:ext cx="7134226" cy="5330825"/>
          </a:xfrm>
          <a:prstGeom xmlns:a="http://schemas.openxmlformats.org/drawingml/2006/main" prst="rect">
            <a:avLst/>
          </a:prstGeom>
          <a:ln xmlns:a="http://schemas.openxmlformats.org/drawingml/2006/main">
            <a:noFill/>
          </a:ln>
        </p:spPr>
      </p:pic>
      <p:sp>
        <p:nvSpPr>
          <p:cNvPr id="30" name="文本框 29">
            <a:extLst xmlns:a="http://schemas.openxmlformats.org/drawingml/2006/main">
              <a:ext uri="{FF2B5EF4-FFF2-40B4-BE49-F238E27FC236}">
                <a16:creationId xmlns:a16="http://schemas.microsoft.com/office/drawing/2014/main" id="{FDB19C74-DB17-442A-9745-2866099E8EC0}"/>
              </a:ext>
            </a:extLst>
          </p:cNvPr>
          <p:cNvSpPr>
            <a:spLocks xmlns:a="http://schemas.openxmlformats.org/drawingml/2006/main" noGrp="1"/>
          </p:cNvSpPr>
          <p:nvPr/>
        </p:nvSpPr>
        <p:spPr>
          <a:xfrm xmlns:a="http://schemas.openxmlformats.org/drawingml/2006/main">
            <a:off x="3575050" y="2444750"/>
            <a:ext cx="2844800" cy="1847850"/>
          </a:xfrm>
          <a:prstGeom xmlns:a="http://schemas.openxmlformats.org/drawingml/2006/main" prst="rect">
            <a:avLst/>
          </a:prstGeom>
          <a:noFill xmlns:a="http://schemas.openxmlformats.org/drawingml/2006/main"/>
          <a:effectLst xmlns:a="http://schemas.openxmlformats.org/drawingml/2006/main">
            <a:outerShdw blurRad="50800" dist="38100" dir="5400000" algn="t" rotWithShape="0">
              <a:prstClr val="black">
                <a:alpha val="40000"/>
              </a:prstClr>
            </a:outerShdw>
          </a:effectLst>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5500" b="1">
                <a:solidFill>
                  <a:schemeClr val="bg1"/>
                </a:solidFill>
                <a:latin typeface="+mn-lt"/>
                <a:ea typeface="+mn-lt"/>
                <a:cs typeface="+mn-lt"/>
              </a:rPr>
              <a:t>PART  </a:t>
            </a:r>
          </a:p>
          <a:p xmlns:a="http://schemas.openxmlformats.org/drawingml/2006/main">
            <a:pPr>
              <a:spcBef>
                <a:spcPts val="0"/>
              </a:spcBef>
              <a:spcAft>
                <a:spcPts val="0"/>
              </a:spcAft>
              <a:buNone/>
            </a:pPr>
            <a:r>
              <a:rPr sz="5500" b="1">
                <a:solidFill>
                  <a:schemeClr val="bg1"/>
                </a:solidFill>
                <a:latin typeface="+mn-lt"/>
                <a:ea typeface="+mn-lt"/>
                <a:cs typeface="+mn-lt"/>
              </a:rPr>
              <a:t>ONE</a:t>
            </a:r>
          </a:p>
        </p:txBody>
      </p:sp>
      <p:pic>
        <p:nvPicPr>
          <p:cNvPr id="31" name="图片 1"/>
          <p:cNvPicPr>
            <a:picLocks xmlns:a="http://schemas.openxmlformats.org/drawingml/2006/main" noChangeAspect="1"/>
          </p:cNvPicPr>
          <p:nvPr/>
        </p:nvPicPr>
        <p:blipFill>
          <a:blip xmlns:r="http://schemas.openxmlformats.org/officeDocument/2006/relationships" xmlns:a="http://schemas.openxmlformats.org/drawingml/2006/main" r:embed="R410fd1c492934f7d"/>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extLst>
      <p:ext uri="{BB962C8B-B14F-4D97-AF65-F5344CB8AC3E}">
        <p14:creationId xmlns:p14="http://schemas.microsoft.com/office/powerpoint/2010/main" val="1200692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075922B7-2765-44FE-8BE4-F6846D9717AC}"/>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31" name="文本框 30">
            <a:extLst xmlns:a="http://schemas.openxmlformats.org/drawingml/2006/main">
              <a:ext uri="{FF2B5EF4-FFF2-40B4-BE49-F238E27FC236}">
                <a16:creationId xmlns:a16="http://schemas.microsoft.com/office/drawing/2014/main" id="{B04CAD26-8458-4B01-8F29-8E7844AA735F}"/>
              </a:ext>
            </a:extLst>
          </p:cNvPr>
          <p:cNvSpPr>
            <a:spLocks xmlns:a="http://schemas.openxmlformats.org/drawingml/2006/main" noGrp="1"/>
          </p:cNvSpPr>
          <p:nvPr/>
        </p:nvSpPr>
        <p:spPr>
          <a:xfrm xmlns:a="http://schemas.openxmlformats.org/drawingml/2006/main">
            <a:off x="7623175" y="2079625"/>
            <a:ext cx="3929063" cy="3046095"/>
          </a:xfrm>
          <a:prstGeom xmlns:a="http://schemas.openxmlformats.org/drawingml/2006/main" prst="rect">
            <a:avLst/>
          </a:prstGeom>
          <a:noFill xmlns:a="http://schemas.openxmlformats.org/drawingml/2006/main"/>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6600" b="1">
                <a:solidFill>
                  <a:schemeClr val="bg1"/>
                </a:solidFill>
                <a:latin typeface="+mn-lt"/>
                <a:ea typeface="+mn-lt"/>
                <a:cs typeface="+mn-lt"/>
              </a:rPr>
              <a:t>“HELLO</a:t>
            </a:r>
          </a:p>
          <a:p xmlns:a="http://schemas.openxmlformats.org/drawingml/2006/main">
            <a:pPr>
              <a:spcBef>
                <a:spcPts val="0"/>
              </a:spcBef>
              <a:spcAft>
                <a:spcPts val="0"/>
              </a:spcAft>
              <a:buNone/>
            </a:pPr>
          </a:p>
          <a:p xmlns:a="http://schemas.openxmlformats.org/drawingml/2006/main">
            <a:pPr algn="r">
              <a:spcBef>
                <a:spcPts val="0"/>
              </a:spcBef>
              <a:spcAft>
                <a:spcPts val="0"/>
              </a:spcAft>
              <a:buNone/>
            </a:pPr>
            <a:r>
              <a:rPr sz="4400" b="1">
                <a:solidFill>
                  <a:schemeClr val="bg1"/>
                </a:solidFill>
                <a:latin typeface="+mn-lt"/>
                <a:ea typeface="+mn-lt"/>
                <a:cs typeface="+mn-lt"/>
              </a:rPr>
              <a:t>  </a:t>
            </a:r>
            <a:r>
              <a:rPr sz="6000" b="1">
                <a:solidFill>
                  <a:schemeClr val="bg1"/>
                </a:solidFill>
                <a:latin typeface="+mn-lt"/>
                <a:ea typeface="+mn-lt"/>
                <a:cs typeface="+mn-lt"/>
              </a:rPr>
              <a:t>Python”</a:t>
            </a:r>
          </a:p>
        </p:txBody>
      </p:sp>
      <p:pic>
        <p:nvPicPr>
          <p:cNvPr id="32" name="图片 13"/>
          <p:cNvPicPr>
            <a:picLocks xmlns:a="http://schemas.openxmlformats.org/drawingml/2006/main" noChangeAspect="1"/>
          </p:cNvPicPr>
          <p:nvPr/>
        </p:nvPicPr>
        <p:blipFill>
          <a:blip xmlns:r="http://schemas.openxmlformats.org/officeDocument/2006/relationships" xmlns:a="http://schemas.openxmlformats.org/drawingml/2006/main" r:embed="R41abd2d2d7e74939"/>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343AB006-9D6A-4471-BDF1-24C8D8AEBA0D}"/>
              </a:ext>
            </a:extLst>
          </p:cNvPr>
          <p:cNvSpPr>
            <a:spLocks xmlns:a="http://schemas.openxmlformats.org/drawingml/2006/main" noGrp="1"/>
          </p:cNvSpPr>
          <p:nvPr/>
        </p:nvSpPr>
        <p:spPr>
          <a:xfrm xmlns:a="http://schemas.openxmlformats.org/drawingml/2006/main" rot="0">
            <a:off x="975173" y="478155"/>
            <a:ext cx="4255135"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2A45AEDC-4E58-4220-9CB2-DAF81743724D}"/>
              </a:ext>
            </a:extLst>
          </p:cNvPr>
          <p:cNvSpPr>
            <a:spLocks xmlns:a="http://schemas.openxmlformats.org/drawingml/2006/main" noGrp="1"/>
          </p:cNvSpPr>
          <p:nvPr/>
        </p:nvSpPr>
        <p:spPr>
          <a:xfrm xmlns:a="http://schemas.openxmlformats.org/drawingml/2006/main" rot="0">
            <a:off x="1149163" y="484505"/>
            <a:ext cx="408114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回归分析概念</a:t>
            </a:r>
          </a:p>
        </p:txBody>
      </p:sp>
      <p:sp>
        <p:nvSpPr>
          <p:cNvPr id="51" name="矩形 50">
            <a:extLst xmlns:a="http://schemas.openxmlformats.org/drawingml/2006/main">
              <a:ext uri="{FF2B5EF4-FFF2-40B4-BE49-F238E27FC236}">
                <a16:creationId xmlns:a16="http://schemas.microsoft.com/office/drawing/2014/main" id="{D84B0750-9140-4785-87A5-92869017AEC0}"/>
              </a:ext>
            </a:extLst>
          </p:cNvPr>
          <p:cNvSpPr>
            <a:spLocks xmlns:a="http://schemas.openxmlformats.org/drawingml/2006/main" noGrp="1"/>
          </p:cNvSpPr>
          <p:nvPr/>
        </p:nvSpPr>
        <p:spPr>
          <a:xfrm xmlns:a="http://schemas.openxmlformats.org/drawingml/2006/main">
            <a:off x="1028065" y="1710055"/>
            <a:ext cx="10663434" cy="3561192"/>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p>
        </p:txBody>
      </p:sp>
      <p:sp>
        <p:nvSpPr>
          <p:cNvPr id="52" name="Rectangle: Rounded Corners 1">
            <a:extLst xmlns:a="http://schemas.openxmlformats.org/drawingml/2006/main">
              <a:ext uri="{FF2B5EF4-FFF2-40B4-BE49-F238E27FC236}">
                <a16:creationId xmlns:a16="http://schemas.microsoft.com/office/drawing/2014/main" id="{043D91C7-C09D-4C64-8D3E-A0A5B227B656}"/>
              </a:ext>
            </a:extLst>
          </p:cNvPr>
          <p:cNvSpPr>
            <a:spLocks xmlns:a="http://schemas.openxmlformats.org/drawingml/2006/main" noGrp="1"/>
          </p:cNvSpPr>
          <p:nvPr/>
        </p:nvSpPr>
        <p:spPr>
          <a:xfrm xmlns:a="http://schemas.openxmlformats.org/drawingml/2006/main">
            <a:off x="386006" y="1434925"/>
            <a:ext cx="1293375" cy="431918"/>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sz="2200">
                <a:solidFill>
                  <a:schemeClr val="bg1"/>
                </a:solidFill>
              </a:rPr>
              <a:t>基本概念</a:t>
            </a:r>
          </a:p>
        </p:txBody>
      </p:sp>
      <p:sp>
        <p:nvSpPr>
          <p:cNvPr id="53" name="矩形 52">
            <a:extLst xmlns:a="http://schemas.openxmlformats.org/drawingml/2006/main">
              <a:ext uri="{FF2B5EF4-FFF2-40B4-BE49-F238E27FC236}">
                <a16:creationId xmlns:a16="http://schemas.microsoft.com/office/drawing/2014/main" id="{4CB59FC1-8F04-4AD2-A1A3-C56C736F6254}"/>
              </a:ext>
            </a:extLst>
          </p:cNvPr>
          <p:cNvSpPr>
            <a:spLocks xmlns:a="http://schemas.openxmlformats.org/drawingml/2006/main" noGrp="1"/>
          </p:cNvSpPr>
          <p:nvPr/>
        </p:nvSpPr>
        <p:spPr>
          <a:xfrm xmlns:a="http://schemas.openxmlformats.org/drawingml/2006/main">
            <a:off x="1149163" y="2422313"/>
            <a:ext cx="10261600" cy="1556003"/>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200"/>
              <a:t>	</a:t>
            </a:r>
            <a:r>
              <a:rPr sz="2200"/>
              <a:t>回归分析预测法，是在分析市场现象自变量和因变量之间相关关系的基础上，建立变量之间的回归方程，并将回归方程作为预测模型，根据自变量在预测期的数量变化来预测因变量关系大多表现为相关关系。</a:t>
            </a:r>
          </a:p>
        </p:txBody>
      </p:sp>
      <p:pic>
        <p:nvPicPr>
          <p:cNvPr id="54" name="Picture 3"/>
          <p:cNvPicPr>
            <a:picLocks xmlns:a="http://schemas.openxmlformats.org/drawingml/2006/main" noChangeAspect="1"/>
          </p:cNvPicPr>
          <p:nvPr/>
        </p:nvPicPr>
        <p:blipFill>
          <a:blip xmlns:r="http://schemas.openxmlformats.org/officeDocument/2006/relationships" xmlns:a="http://schemas.openxmlformats.org/drawingml/2006/main" r:embed="R776b0b9ed18c4d17"/>
          <a:srcRect xmlns:a="http://schemas.openxmlformats.org/drawingml/2006/main" l="0" t="0" r="0" b="0"/>
          <a:stretch xmlns:a="http://schemas.openxmlformats.org/drawingml/2006/main">
            <a:fillRect l="0" t="0" r="0" b="0"/>
          </a:stretch>
        </p:blipFill>
        <p:spPr>
          <a:xfrm xmlns:a="http://schemas.openxmlformats.org/drawingml/2006/main">
            <a:off x="11075049" y="4651291"/>
            <a:ext cx="651210" cy="651210"/>
          </a:xfrm>
          <a:prstGeom xmlns:a="http://schemas.openxmlformats.org/drawingml/2006/main" prst="rect">
            <a:avLst/>
          </a:prstGeom>
        </p:spPr>
      </p:pic>
      <p:pic>
        <p:nvPicPr>
          <p:cNvPr id="55" name="图片 2"/>
          <p:cNvPicPr>
            <a:picLocks xmlns:a="http://schemas.openxmlformats.org/drawingml/2006/main" noChangeAspect="1"/>
          </p:cNvPicPr>
          <p:nvPr/>
        </p:nvPicPr>
        <p:blipFill>
          <a:blip xmlns:r="http://schemas.openxmlformats.org/officeDocument/2006/relationships" xmlns:a="http://schemas.openxmlformats.org/drawingml/2006/main" r:embed="R9f5a2dfd4b1241eb"/>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extLst>
      <p:ext uri="{BB962C8B-B14F-4D97-AF65-F5344CB8AC3E}">
        <p14:creationId xmlns:p14="http://schemas.microsoft.com/office/powerpoint/2010/main" val="46641630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89AF561F-4ED4-4BB7-86DD-3BDCF63735DA}"/>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31" name="文本框 30">
            <a:extLst xmlns:a="http://schemas.openxmlformats.org/drawingml/2006/main">
              <a:ext uri="{FF2B5EF4-FFF2-40B4-BE49-F238E27FC236}">
                <a16:creationId xmlns:a16="http://schemas.microsoft.com/office/drawing/2014/main" id="{AB5DD70D-A103-446C-8EC6-4D7843E6BD4D}"/>
              </a:ext>
            </a:extLst>
          </p:cNvPr>
          <p:cNvSpPr>
            <a:spLocks xmlns:a="http://schemas.openxmlformats.org/drawingml/2006/main" noGrp="1"/>
          </p:cNvSpPr>
          <p:nvPr/>
        </p:nvSpPr>
        <p:spPr>
          <a:xfrm xmlns:a="http://schemas.openxmlformats.org/drawingml/2006/main">
            <a:off x="7623175" y="2079625"/>
            <a:ext cx="3929063" cy="3046095"/>
          </a:xfrm>
          <a:prstGeom xmlns:a="http://schemas.openxmlformats.org/drawingml/2006/main" prst="rect">
            <a:avLst/>
          </a:prstGeom>
          <a:noFill xmlns:a="http://schemas.openxmlformats.org/drawingml/2006/main"/>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6600" b="1">
                <a:solidFill>
                  <a:schemeClr val="bg1"/>
                </a:solidFill>
                <a:latin typeface="+mn-lt"/>
                <a:ea typeface="+mn-lt"/>
                <a:cs typeface="+mn-lt"/>
              </a:rPr>
              <a:t>“HELLO</a:t>
            </a:r>
          </a:p>
          <a:p xmlns:a="http://schemas.openxmlformats.org/drawingml/2006/main">
            <a:pPr>
              <a:spcBef>
                <a:spcPts val="0"/>
              </a:spcBef>
              <a:spcAft>
                <a:spcPts val="0"/>
              </a:spcAft>
              <a:buNone/>
            </a:pPr>
          </a:p>
          <a:p xmlns:a="http://schemas.openxmlformats.org/drawingml/2006/main">
            <a:pPr algn="r">
              <a:spcBef>
                <a:spcPts val="0"/>
              </a:spcBef>
              <a:spcAft>
                <a:spcPts val="0"/>
              </a:spcAft>
              <a:buNone/>
            </a:pPr>
            <a:r>
              <a:rPr sz="4400" b="1">
                <a:solidFill>
                  <a:schemeClr val="bg1"/>
                </a:solidFill>
                <a:latin typeface="+mn-lt"/>
                <a:ea typeface="+mn-lt"/>
                <a:cs typeface="+mn-lt"/>
              </a:rPr>
              <a:t>  </a:t>
            </a:r>
            <a:r>
              <a:rPr sz="6000" b="1">
                <a:solidFill>
                  <a:schemeClr val="bg1"/>
                </a:solidFill>
                <a:latin typeface="+mn-lt"/>
                <a:ea typeface="+mn-lt"/>
                <a:cs typeface="+mn-lt"/>
              </a:rPr>
              <a:t>Python”</a:t>
            </a:r>
          </a:p>
        </p:txBody>
      </p:sp>
      <p:pic>
        <p:nvPicPr>
          <p:cNvPr id="32" name="图片 13"/>
          <p:cNvPicPr>
            <a:picLocks xmlns:a="http://schemas.openxmlformats.org/drawingml/2006/main" noChangeAspect="1"/>
          </p:cNvPicPr>
          <p:nvPr/>
        </p:nvPicPr>
        <p:blipFill>
          <a:blip xmlns:r="http://schemas.openxmlformats.org/officeDocument/2006/relationships" xmlns:a="http://schemas.openxmlformats.org/drawingml/2006/main" r:embed="Recce043a056549bf"/>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D47A0F54-1AEA-4FFE-A97C-41FB3A78631E}"/>
              </a:ext>
            </a:extLst>
          </p:cNvPr>
          <p:cNvSpPr>
            <a:spLocks xmlns:a="http://schemas.openxmlformats.org/drawingml/2006/main" noGrp="1"/>
          </p:cNvSpPr>
          <p:nvPr/>
        </p:nvSpPr>
        <p:spPr>
          <a:xfrm xmlns:a="http://schemas.openxmlformats.org/drawingml/2006/main" rot="0">
            <a:off x="975173" y="478155"/>
            <a:ext cx="4255135"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04F28536-8E92-4AB5-9B18-8943BC988F0C}"/>
              </a:ext>
            </a:extLst>
          </p:cNvPr>
          <p:cNvSpPr>
            <a:spLocks xmlns:a="http://schemas.openxmlformats.org/drawingml/2006/main" noGrp="1"/>
          </p:cNvSpPr>
          <p:nvPr/>
        </p:nvSpPr>
        <p:spPr>
          <a:xfrm xmlns:a="http://schemas.openxmlformats.org/drawingml/2006/main" rot="0">
            <a:off x="1149163" y="484505"/>
            <a:ext cx="408114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为什么要使用回归分析？</a:t>
            </a:r>
          </a:p>
        </p:txBody>
      </p:sp>
      <p:sp>
        <p:nvSpPr>
          <p:cNvPr id="51" name="矩形 50">
            <a:extLst xmlns:a="http://schemas.openxmlformats.org/drawingml/2006/main">
              <a:ext uri="{FF2B5EF4-FFF2-40B4-BE49-F238E27FC236}">
                <a16:creationId xmlns:a16="http://schemas.microsoft.com/office/drawing/2014/main" id="{0C245EDB-2BD8-4823-B02B-532D8B773EE2}"/>
              </a:ext>
            </a:extLst>
          </p:cNvPr>
          <p:cNvSpPr>
            <a:spLocks xmlns:a="http://schemas.openxmlformats.org/drawingml/2006/main" noGrp="1"/>
          </p:cNvSpPr>
          <p:nvPr/>
        </p:nvSpPr>
        <p:spPr>
          <a:xfrm xmlns:a="http://schemas.openxmlformats.org/drawingml/2006/main">
            <a:off x="1028065" y="1710055"/>
            <a:ext cx="10663434" cy="3561192"/>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p>
        </p:txBody>
      </p:sp>
      <p:sp>
        <p:nvSpPr>
          <p:cNvPr id="53" name="矩形 52">
            <a:extLst xmlns:a="http://schemas.openxmlformats.org/drawingml/2006/main">
              <a:ext uri="{FF2B5EF4-FFF2-40B4-BE49-F238E27FC236}">
                <a16:creationId xmlns:a16="http://schemas.microsoft.com/office/drawing/2014/main" id="{9B7E5380-AA53-4F82-AF63-8BF070D65343}"/>
              </a:ext>
            </a:extLst>
          </p:cNvPr>
          <p:cNvSpPr>
            <a:spLocks xmlns:a="http://schemas.openxmlformats.org/drawingml/2006/main" noGrp="1"/>
          </p:cNvSpPr>
          <p:nvPr/>
        </p:nvSpPr>
        <p:spPr>
          <a:xfrm xmlns:a="http://schemas.openxmlformats.org/drawingml/2006/main">
            <a:off x="1244600" y="2807270"/>
            <a:ext cx="10261600" cy="1556003"/>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200"/>
              <a:t>	</a:t>
            </a:r>
            <a:r>
              <a:rPr sz="2200"/>
              <a:t>回归分析估计了两个或多个变量之间的关系。在解决问题时，使用分析方法找到了问题发生的多种原因；在决策阶段，可以利用“回归分析”来计算出某个原因能够对目标造成“多大程度”的影响，从而合理分配资源。</a:t>
            </a:r>
          </a:p>
        </p:txBody>
      </p:sp>
      <p:pic>
        <p:nvPicPr>
          <p:cNvPr id="54" name="Picture 2"/>
          <p:cNvPicPr>
            <a:picLocks xmlns:a="http://schemas.openxmlformats.org/drawingml/2006/main" noChangeAspect="1"/>
          </p:cNvPicPr>
          <p:nvPr/>
        </p:nvPicPr>
        <p:blipFill>
          <a:blip xmlns:r="http://schemas.openxmlformats.org/officeDocument/2006/relationships" xmlns:a="http://schemas.openxmlformats.org/drawingml/2006/main" r:embed="R0da44b0761194b1b"/>
          <a:stretch xmlns:a="http://schemas.openxmlformats.org/drawingml/2006/main">
            <a:fillRect l="0" t="0" r="0" b="0"/>
          </a:stretch>
        </p:blipFill>
        <p:spPr>
          <a:xfrm xmlns:a="http://schemas.openxmlformats.org/drawingml/2006/main">
            <a:off x="330354" y="1262579"/>
            <a:ext cx="1736415" cy="1634091"/>
          </a:xfrm>
          <a:prstGeom xmlns:a="http://schemas.openxmlformats.org/drawingml/2006/main" prst="rect">
            <a:avLst/>
          </a:prstGeom>
        </p:spPr>
      </p:pic>
      <p:pic>
        <p:nvPicPr>
          <p:cNvPr id="55" name="图片 1"/>
          <p:cNvPicPr>
            <a:picLocks xmlns:a="http://schemas.openxmlformats.org/drawingml/2006/main" noChangeAspect="1"/>
          </p:cNvPicPr>
          <p:nvPr/>
        </p:nvPicPr>
        <p:blipFill>
          <a:blip xmlns:r="http://schemas.openxmlformats.org/officeDocument/2006/relationships" xmlns:a="http://schemas.openxmlformats.org/drawingml/2006/main" r:embed="R049c33fd409741b0"/>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extLst>
      <p:ext uri="{BB962C8B-B14F-4D97-AF65-F5344CB8AC3E}">
        <p14:creationId xmlns:p14="http://schemas.microsoft.com/office/powerpoint/2010/main" val="8338914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1" name="矩形 50">
            <a:extLst xmlns:a="http://schemas.openxmlformats.org/drawingml/2006/main">
              <a:ext uri="{FF2B5EF4-FFF2-40B4-BE49-F238E27FC236}">
                <a16:creationId xmlns:a16="http://schemas.microsoft.com/office/drawing/2014/main" id="{34363218-3675-41DF-BFAC-91A583B43E68}"/>
              </a:ext>
            </a:extLst>
          </p:cNvPr>
          <p:cNvSpPr>
            <a:spLocks xmlns:a="http://schemas.openxmlformats.org/drawingml/2006/main" noGrp="1"/>
          </p:cNvSpPr>
          <p:nvPr/>
        </p:nvSpPr>
        <p:spPr>
          <a:xfrm xmlns:a="http://schemas.openxmlformats.org/drawingml/2006/main">
            <a:off x="1028065" y="1710055"/>
            <a:ext cx="10663434" cy="3561192"/>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p:txBody>
      </p:sp>
      <p:pic>
        <p:nvPicPr>
          <p:cNvPr id="52" name="Picture 4"/>
          <p:cNvPicPr>
            <a:picLocks xmlns:a="http://schemas.openxmlformats.org/drawingml/2006/main" noChangeAspect="1"/>
          </p:cNvPicPr>
          <p:nvPr/>
        </p:nvPicPr>
        <p:blipFill>
          <a:blip xmlns:r="http://schemas.openxmlformats.org/officeDocument/2006/relationships" xmlns:a="http://schemas.openxmlformats.org/drawingml/2006/main" r:embed="R80a1da1cbf7443e6"/>
          <a:stretch xmlns:a="http://schemas.openxmlformats.org/drawingml/2006/main">
            <a:fillRect l="0" t="0" r="0" b="0"/>
          </a:stretch>
        </p:blipFill>
        <p:spPr>
          <a:xfrm xmlns:a="http://schemas.openxmlformats.org/drawingml/2006/main">
            <a:off x="8670676" y="3729279"/>
            <a:ext cx="3434581" cy="2795869"/>
          </a:xfrm>
          <a:prstGeom xmlns:a="http://schemas.openxmlformats.org/drawingml/2006/main" prst="rect">
            <a:avLst/>
          </a:prstGeom>
        </p:spPr>
      </p:pic>
      <p:sp>
        <p:nvSpPr>
          <p:cNvPr id="27" name="矩形 26">
            <a:extLst xmlns:a="http://schemas.openxmlformats.org/drawingml/2006/main">
              <a:ext uri="{FF2B5EF4-FFF2-40B4-BE49-F238E27FC236}">
                <a16:creationId xmlns:a16="http://schemas.microsoft.com/office/drawing/2014/main" id="{AC96F4FC-B478-4D11-811C-A0ACFD22ADE6}"/>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54" name="图片 13"/>
          <p:cNvPicPr>
            <a:picLocks xmlns:a="http://schemas.openxmlformats.org/drawingml/2006/main" noChangeAspect="1"/>
          </p:cNvPicPr>
          <p:nvPr/>
        </p:nvPicPr>
        <p:blipFill>
          <a:blip xmlns:r="http://schemas.openxmlformats.org/officeDocument/2006/relationships" xmlns:a="http://schemas.openxmlformats.org/drawingml/2006/main" r:embed="R0f777c83b2f5489d"/>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44536CC4-7213-40B2-8375-BC42052EDAA0}"/>
              </a:ext>
            </a:extLst>
          </p:cNvPr>
          <p:cNvSpPr>
            <a:spLocks xmlns:a="http://schemas.openxmlformats.org/drawingml/2006/main" noGrp="1"/>
          </p:cNvSpPr>
          <p:nvPr/>
        </p:nvSpPr>
        <p:spPr>
          <a:xfrm xmlns:a="http://schemas.openxmlformats.org/drawingml/2006/main" rot="0">
            <a:off x="975173" y="478155"/>
            <a:ext cx="4255135"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3983EDD7-64B0-4A40-A138-7BB8BEEC8A89}"/>
              </a:ext>
            </a:extLst>
          </p:cNvPr>
          <p:cNvSpPr>
            <a:spLocks xmlns:a="http://schemas.openxmlformats.org/drawingml/2006/main" noGrp="1"/>
          </p:cNvSpPr>
          <p:nvPr/>
        </p:nvSpPr>
        <p:spPr>
          <a:xfrm xmlns:a="http://schemas.openxmlformats.org/drawingml/2006/main" rot="0">
            <a:off x="1149163" y="484505"/>
            <a:ext cx="408114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回归分析分类</a:t>
            </a:r>
          </a:p>
        </p:txBody>
      </p:sp>
      <p:sp>
        <p:nvSpPr>
          <p:cNvPr id="52" name="Rectangle: Rounded Corners 1">
            <a:extLst xmlns:a="http://schemas.openxmlformats.org/drawingml/2006/main">
              <a:ext uri="{FF2B5EF4-FFF2-40B4-BE49-F238E27FC236}">
                <a16:creationId xmlns:a16="http://schemas.microsoft.com/office/drawing/2014/main" id="{C1CB9967-0287-4E7E-9F09-87832301C377}"/>
              </a:ext>
            </a:extLst>
          </p:cNvPr>
          <p:cNvSpPr>
            <a:spLocks xmlns:a="http://schemas.openxmlformats.org/drawingml/2006/main" noGrp="1"/>
          </p:cNvSpPr>
          <p:nvPr/>
        </p:nvSpPr>
        <p:spPr>
          <a:xfrm xmlns:a="http://schemas.openxmlformats.org/drawingml/2006/main">
            <a:off x="386006" y="1434925"/>
            <a:ext cx="1293375" cy="431918"/>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sz="2200">
                <a:solidFill>
                  <a:schemeClr val="bg1"/>
                </a:solidFill>
              </a:rPr>
              <a:t>类别</a:t>
            </a:r>
          </a:p>
        </p:txBody>
      </p:sp>
      <p:sp>
        <p:nvSpPr>
          <p:cNvPr id="4" name="TextBox 3">
            <a:extLst xmlns:a="http://schemas.openxmlformats.org/drawingml/2006/main">
              <a:ext uri="{FF2B5EF4-FFF2-40B4-BE49-F238E27FC236}">
                <a16:creationId xmlns:a16="http://schemas.microsoft.com/office/drawing/2014/main" id="{978E1AB1-80C3-4862-A9D6-07D6B3086123}"/>
              </a:ext>
            </a:extLst>
          </p:cNvPr>
          <p:cNvSpPr>
            <a:spLocks xmlns:a="http://schemas.openxmlformats.org/drawingml/2006/main" noGrp="1"/>
          </p:cNvSpPr>
          <p:nvPr/>
        </p:nvSpPr>
        <p:spPr>
          <a:xfrm xmlns:a="http://schemas.openxmlformats.org/drawingml/2006/main">
            <a:off x="1423831" y="1866843"/>
            <a:ext cx="10180558" cy="31700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b="1">
                <a:solidFill>
                  <a:srgbClr val="2D2D8A"/>
                </a:solidFill>
                <a:latin typeface="MicrosoftYaHei-Bold"/>
                <a:ea typeface="MicrosoftYaHei-Bold"/>
                <a:cs typeface="MicrosoftYaHei-Bold"/>
              </a:rPr>
              <a:t>线性回归（</a:t>
            </a:r>
            <a:r>
              <a:rPr sz="2000" b="1">
                <a:solidFill>
                  <a:srgbClr val="2D2D8A"/>
                </a:solidFill>
                <a:latin typeface="MicrosoftYaHei-Bold"/>
                <a:ea typeface="MicrosoftYaHei-Bold"/>
                <a:cs typeface="MicrosoftYaHei-Bold"/>
              </a:rPr>
              <a:t>Linear Regression</a:t>
            </a:r>
            <a:r>
              <a:rPr sz="2000" b="1">
                <a:solidFill>
                  <a:srgbClr val="2D2D8A"/>
                </a:solidFill>
                <a:latin typeface="MicrosoftYaHei-Bold"/>
                <a:ea typeface="MicrosoftYaHei-Bold"/>
                <a:cs typeface="MicrosoftYaHei-Bold"/>
              </a:rPr>
              <a:t>）</a:t>
            </a:r>
            <a:r>
              <a:rPr sz="2000" b="1">
                <a:solidFill>
                  <a:srgbClr val="000000"/>
                </a:solidFill>
                <a:latin typeface="MicrosoftYaHei-Bold"/>
                <a:ea typeface="MicrosoftYaHei-Bold"/>
                <a:cs typeface="MicrosoftYaHei-Bold"/>
              </a:rPr>
              <a:t>：</a:t>
            </a:r>
            <a:r>
              <a:rPr sz="2000">
                <a:solidFill>
                  <a:srgbClr val="000000"/>
                </a:solidFill>
                <a:latin typeface="微软雅黑"/>
                <a:ea typeface="微软雅黑"/>
                <a:cs typeface="微软雅黑"/>
              </a:rPr>
              <a:t>线性回归通常是人们在学习预测模型时首选的技术之一。在这种技术中，因变量是连续的，自变量可以是连续的也可以是离散的，回归线的性质是线性的。它使用最佳的拟合直线（也就是回归线）在因变量（</a:t>
            </a:r>
            <a:r>
              <a:rPr sz="2000">
                <a:solidFill>
                  <a:srgbClr val="000000"/>
                </a:solidFill>
                <a:latin typeface="微软雅黑"/>
                <a:ea typeface="微软雅黑"/>
                <a:cs typeface="微软雅黑"/>
              </a:rPr>
              <a:t>Y</a:t>
            </a:r>
            <a:r>
              <a:rPr sz="2000">
                <a:solidFill>
                  <a:srgbClr val="000000"/>
                </a:solidFill>
                <a:latin typeface="微软雅黑"/>
                <a:ea typeface="微软雅黑"/>
                <a:cs typeface="微软雅黑"/>
              </a:rPr>
              <a:t>）和一个或多个自变量（</a:t>
            </a:r>
            <a:r>
              <a:rPr sz="2000">
                <a:solidFill>
                  <a:srgbClr val="000000"/>
                </a:solidFill>
                <a:latin typeface="微软雅黑"/>
                <a:ea typeface="微软雅黑"/>
                <a:cs typeface="微软雅黑"/>
              </a:rPr>
              <a:t>X</a:t>
            </a:r>
            <a:r>
              <a:rPr sz="2000">
                <a:solidFill>
                  <a:srgbClr val="000000"/>
                </a:solidFill>
                <a:latin typeface="微软雅黑"/>
                <a:ea typeface="微软雅黑"/>
                <a:cs typeface="微软雅黑"/>
              </a:rPr>
              <a:t>）之间建立一种关系。</a:t>
            </a:r>
          </a:p>
          <a:p xmlns:a="http://schemas.openxmlformats.org/drawingml/2006/main">
            <a:pPr>
              <a:lnSpc>
                <a:spcPct val="150000"/>
              </a:lnSpc>
              <a:buNone/>
            </a:pPr>
          </a:p>
          <a:p xmlns:a="http://schemas.openxmlformats.org/drawingml/2006/main">
            <a:pPr>
              <a:lnSpc>
                <a:spcPct val="150000"/>
              </a:lnSpc>
              <a:buNone/>
            </a:pPr>
            <a:r>
              <a:rPr sz="2000">
                <a:solidFill>
                  <a:srgbClr val="000000"/>
                </a:solidFill>
                <a:latin typeface="微软雅黑"/>
                <a:ea typeface="微软雅黑"/>
                <a:cs typeface="微软雅黑"/>
              </a:rPr>
              <a:t>Y=</a:t>
            </a:r>
            <a:r>
              <a:rPr sz="2000">
                <a:solidFill>
                  <a:srgbClr val="000000"/>
                </a:solidFill>
                <a:latin typeface="微软雅黑"/>
                <a:ea typeface="微软雅黑"/>
                <a:cs typeface="微软雅黑"/>
              </a:rPr>
              <a:t>a+b</a:t>
            </a:r>
            <a:r>
              <a:rPr sz="2000">
                <a:solidFill>
                  <a:srgbClr val="000000"/>
                </a:solidFill>
                <a:latin typeface="微软雅黑"/>
                <a:ea typeface="微软雅黑"/>
                <a:cs typeface="微软雅黑"/>
              </a:rPr>
              <a:t>*X + e</a:t>
            </a:r>
            <a:r>
              <a:rPr sz="2000">
                <a:solidFill>
                  <a:srgbClr val="000000"/>
                </a:solidFill>
                <a:latin typeface="微软雅黑"/>
                <a:ea typeface="微软雅黑"/>
                <a:cs typeface="微软雅黑"/>
              </a:rPr>
              <a:t>，其中</a:t>
            </a:r>
            <a:r>
              <a:rPr sz="2000">
                <a:solidFill>
                  <a:srgbClr val="000000"/>
                </a:solidFill>
                <a:latin typeface="微软雅黑"/>
                <a:ea typeface="微软雅黑"/>
                <a:cs typeface="微软雅黑"/>
              </a:rPr>
              <a:t>a</a:t>
            </a:r>
            <a:r>
              <a:rPr sz="2000">
                <a:solidFill>
                  <a:srgbClr val="000000"/>
                </a:solidFill>
                <a:latin typeface="微软雅黑"/>
                <a:ea typeface="微软雅黑"/>
                <a:cs typeface="微软雅黑"/>
              </a:rPr>
              <a:t>表示截距，</a:t>
            </a:r>
            <a:r>
              <a:rPr sz="2000">
                <a:solidFill>
                  <a:srgbClr val="000000"/>
                </a:solidFill>
                <a:latin typeface="微软雅黑"/>
                <a:ea typeface="微软雅黑"/>
                <a:cs typeface="微软雅黑"/>
              </a:rPr>
              <a:t>b</a:t>
            </a:r>
            <a:r>
              <a:rPr sz="2000">
                <a:solidFill>
                  <a:srgbClr val="000000"/>
                </a:solidFill>
                <a:latin typeface="微软雅黑"/>
                <a:ea typeface="微软雅黑"/>
                <a:cs typeface="微软雅黑"/>
              </a:rPr>
              <a:t>表示直线的斜率，</a:t>
            </a:r>
            <a:r>
              <a:rPr sz="2000">
                <a:solidFill>
                  <a:srgbClr val="000000"/>
                </a:solidFill>
                <a:latin typeface="微软雅黑"/>
                <a:ea typeface="微软雅黑"/>
                <a:cs typeface="微软雅黑"/>
              </a:rPr>
              <a:t>e</a:t>
            </a:r>
            <a:r>
              <a:rPr sz="2000">
                <a:solidFill>
                  <a:srgbClr val="000000"/>
                </a:solidFill>
                <a:latin typeface="微软雅黑"/>
                <a:ea typeface="微软雅黑"/>
                <a:cs typeface="微软雅黑"/>
              </a:rPr>
              <a:t>是误差项。</a:t>
            </a:r>
          </a:p>
          <a:p xmlns:a="http://schemas.openxmlformats.org/drawingml/2006/main"/>
        </p:txBody>
      </p:sp>
      <p:pic>
        <p:nvPicPr>
          <p:cNvPr id="59" name="图片 2"/>
          <p:cNvPicPr>
            <a:picLocks xmlns:a="http://schemas.openxmlformats.org/drawingml/2006/main" noChangeAspect="1"/>
          </p:cNvPicPr>
          <p:nvPr/>
        </p:nvPicPr>
        <p:blipFill>
          <a:blip xmlns:r="http://schemas.openxmlformats.org/officeDocument/2006/relationships" xmlns:a="http://schemas.openxmlformats.org/drawingml/2006/main" r:embed="Rc845b0953c3f4ad9"/>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extLst>
      <p:ext uri="{BB962C8B-B14F-4D97-AF65-F5344CB8AC3E}">
        <p14:creationId xmlns:p14="http://schemas.microsoft.com/office/powerpoint/2010/main" val="16682323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1" name="矩形 50">
            <a:extLst xmlns:a="http://schemas.openxmlformats.org/drawingml/2006/main">
              <a:ext uri="{FF2B5EF4-FFF2-40B4-BE49-F238E27FC236}">
                <a16:creationId xmlns:a16="http://schemas.microsoft.com/office/drawing/2014/main" id="{6A7635E7-EDEA-41FB-A67D-70F3E1D03444}"/>
              </a:ext>
            </a:extLst>
          </p:cNvPr>
          <p:cNvSpPr>
            <a:spLocks xmlns:a="http://schemas.openxmlformats.org/drawingml/2006/main" noGrp="1"/>
          </p:cNvSpPr>
          <p:nvPr/>
        </p:nvSpPr>
        <p:spPr>
          <a:xfrm xmlns:a="http://schemas.openxmlformats.org/drawingml/2006/main">
            <a:off x="1028065" y="1710055"/>
            <a:ext cx="10663434" cy="3641874"/>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p:txBody>
      </p:sp>
      <p:pic>
        <p:nvPicPr>
          <p:cNvPr id="52" name="Picture 2"/>
          <p:cNvPicPr>
            <a:picLocks xmlns:a="http://schemas.openxmlformats.org/drawingml/2006/main" noChangeAspect="1"/>
          </p:cNvPicPr>
          <p:nvPr/>
        </p:nvPicPr>
        <p:blipFill>
          <a:blip xmlns:r="http://schemas.openxmlformats.org/officeDocument/2006/relationships" xmlns:a="http://schemas.openxmlformats.org/drawingml/2006/main" r:embed="R3007837875c34525"/>
          <a:stretch xmlns:a="http://schemas.openxmlformats.org/drawingml/2006/main">
            <a:fillRect l="0" t="0" r="0" b="0"/>
          </a:stretch>
        </p:blipFill>
        <p:spPr>
          <a:xfrm xmlns:a="http://schemas.openxmlformats.org/drawingml/2006/main">
            <a:off x="7718744" y="4153843"/>
            <a:ext cx="4328747" cy="1988203"/>
          </a:xfrm>
          <a:prstGeom xmlns:a="http://schemas.openxmlformats.org/drawingml/2006/main" prst="rect">
            <a:avLst/>
          </a:prstGeom>
        </p:spPr>
      </p:pic>
      <p:sp>
        <p:nvSpPr>
          <p:cNvPr id="27" name="矩形 26">
            <a:extLst xmlns:a="http://schemas.openxmlformats.org/drawingml/2006/main">
              <a:ext uri="{FF2B5EF4-FFF2-40B4-BE49-F238E27FC236}">
                <a16:creationId xmlns:a16="http://schemas.microsoft.com/office/drawing/2014/main" id="{140E01A2-7A45-499D-B458-E75951772413}"/>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54" name="图片 13"/>
          <p:cNvPicPr>
            <a:picLocks xmlns:a="http://schemas.openxmlformats.org/drawingml/2006/main" noChangeAspect="1"/>
          </p:cNvPicPr>
          <p:nvPr/>
        </p:nvPicPr>
        <p:blipFill>
          <a:blip xmlns:r="http://schemas.openxmlformats.org/officeDocument/2006/relationships" xmlns:a="http://schemas.openxmlformats.org/drawingml/2006/main" r:embed="R4e01c51bd6a2483a"/>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38CE86B2-786A-4F08-BE9D-508337F10350}"/>
              </a:ext>
            </a:extLst>
          </p:cNvPr>
          <p:cNvSpPr>
            <a:spLocks xmlns:a="http://schemas.openxmlformats.org/drawingml/2006/main" noGrp="1"/>
          </p:cNvSpPr>
          <p:nvPr/>
        </p:nvSpPr>
        <p:spPr>
          <a:xfrm xmlns:a="http://schemas.openxmlformats.org/drawingml/2006/main" rot="0">
            <a:off x="975173" y="478155"/>
            <a:ext cx="4255135"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5B2113BA-C35A-4A26-AD3F-C49C525EA47C}"/>
              </a:ext>
            </a:extLst>
          </p:cNvPr>
          <p:cNvSpPr>
            <a:spLocks xmlns:a="http://schemas.openxmlformats.org/drawingml/2006/main" noGrp="1"/>
          </p:cNvSpPr>
          <p:nvPr/>
        </p:nvSpPr>
        <p:spPr>
          <a:xfrm xmlns:a="http://schemas.openxmlformats.org/drawingml/2006/main" rot="0">
            <a:off x="1149163" y="484505"/>
            <a:ext cx="408114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回归分析分类</a:t>
            </a:r>
          </a:p>
        </p:txBody>
      </p:sp>
      <p:sp>
        <p:nvSpPr>
          <p:cNvPr id="52" name="Rectangle: Rounded Corners 1">
            <a:extLst xmlns:a="http://schemas.openxmlformats.org/drawingml/2006/main">
              <a:ext uri="{FF2B5EF4-FFF2-40B4-BE49-F238E27FC236}">
                <a16:creationId xmlns:a16="http://schemas.microsoft.com/office/drawing/2014/main" id="{68CC0D1F-ECE0-4CAA-86D3-C4D496CB175B}"/>
              </a:ext>
            </a:extLst>
          </p:cNvPr>
          <p:cNvSpPr>
            <a:spLocks xmlns:a="http://schemas.openxmlformats.org/drawingml/2006/main" noGrp="1"/>
          </p:cNvSpPr>
          <p:nvPr/>
        </p:nvSpPr>
        <p:spPr>
          <a:xfrm xmlns:a="http://schemas.openxmlformats.org/drawingml/2006/main">
            <a:off x="386006" y="1434925"/>
            <a:ext cx="1293375" cy="431918"/>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sz="2200">
                <a:solidFill>
                  <a:schemeClr val="bg1"/>
                </a:solidFill>
              </a:rPr>
              <a:t>类别</a:t>
            </a:r>
          </a:p>
        </p:txBody>
      </p:sp>
      <p:sp>
        <p:nvSpPr>
          <p:cNvPr id="4" name="TextBox 3">
            <a:extLst xmlns:a="http://schemas.openxmlformats.org/drawingml/2006/main">
              <a:ext uri="{FF2B5EF4-FFF2-40B4-BE49-F238E27FC236}">
                <a16:creationId xmlns:a16="http://schemas.microsoft.com/office/drawing/2014/main" id="{0AF3CDFB-7CC6-4279-990B-E97CEC05F870}"/>
              </a:ext>
            </a:extLst>
          </p:cNvPr>
          <p:cNvSpPr>
            <a:spLocks xmlns:a="http://schemas.openxmlformats.org/drawingml/2006/main" noGrp="1"/>
          </p:cNvSpPr>
          <p:nvPr/>
        </p:nvSpPr>
        <p:spPr>
          <a:xfrm xmlns:a="http://schemas.openxmlformats.org/drawingml/2006/main">
            <a:off x="1384057" y="1866843"/>
            <a:ext cx="9558230" cy="28079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b="1">
                <a:solidFill>
                  <a:srgbClr val="2D2D8A"/>
                </a:solidFill>
                <a:latin typeface="MicrosoftYaHei-Bold"/>
                <a:ea typeface="MicrosoftYaHei-Bold"/>
                <a:cs typeface="MicrosoftYaHei-Bold"/>
              </a:rPr>
              <a:t>逻辑回归（</a:t>
            </a:r>
            <a:r>
              <a:rPr sz="2000" b="1">
                <a:solidFill>
                  <a:srgbClr val="2D2D8A"/>
                </a:solidFill>
                <a:latin typeface="MicrosoftYaHei-Bold"/>
                <a:ea typeface="MicrosoftYaHei-Bold"/>
                <a:cs typeface="MicrosoftYaHei-Bold"/>
              </a:rPr>
              <a:t>Logistic Regression</a:t>
            </a:r>
            <a:r>
              <a:rPr sz="2000" b="1">
                <a:solidFill>
                  <a:srgbClr val="2D2D8A"/>
                </a:solidFill>
                <a:latin typeface="MicrosoftYaHei-Bold"/>
                <a:ea typeface="MicrosoftYaHei-Bold"/>
                <a:cs typeface="MicrosoftYaHei-Bold"/>
              </a:rPr>
              <a:t>）</a:t>
            </a:r>
            <a:r>
              <a:rPr sz="2000" b="1">
                <a:solidFill>
                  <a:srgbClr val="000000"/>
                </a:solidFill>
                <a:latin typeface="MicrosoftYaHei-Bold"/>
                <a:ea typeface="MicrosoftYaHei-Bold"/>
                <a:cs typeface="MicrosoftYaHei-Bold"/>
              </a:rPr>
              <a:t>：</a:t>
            </a:r>
            <a:r>
              <a:rPr sz="2000">
                <a:solidFill>
                  <a:srgbClr val="000000"/>
                </a:solidFill>
                <a:latin typeface="微软雅黑"/>
                <a:ea typeface="微软雅黑"/>
                <a:cs typeface="微软雅黑"/>
              </a:rPr>
              <a:t>逻辑回归是用来计算“事件</a:t>
            </a:r>
            <a:r>
              <a:rPr sz="2000">
                <a:solidFill>
                  <a:srgbClr val="000000"/>
                </a:solidFill>
                <a:latin typeface="微软雅黑"/>
                <a:ea typeface="微软雅黑"/>
                <a:cs typeface="微软雅黑"/>
              </a:rPr>
              <a:t>=Success”</a:t>
            </a:r>
            <a:r>
              <a:rPr sz="2000">
                <a:solidFill>
                  <a:srgbClr val="000000"/>
                </a:solidFill>
                <a:latin typeface="微软雅黑"/>
                <a:ea typeface="微软雅黑"/>
                <a:cs typeface="微软雅黑"/>
              </a:rPr>
              <a:t>和“事件</a:t>
            </a:r>
            <a:r>
              <a:rPr sz="2000">
                <a:solidFill>
                  <a:srgbClr val="000000"/>
                </a:solidFill>
                <a:latin typeface="微软雅黑"/>
                <a:ea typeface="微软雅黑"/>
                <a:cs typeface="微软雅黑"/>
              </a:rPr>
              <a:t>=Failure”</a:t>
            </a:r>
            <a:r>
              <a:rPr sz="2000">
                <a:solidFill>
                  <a:srgbClr val="000000"/>
                </a:solidFill>
                <a:latin typeface="微软雅黑"/>
                <a:ea typeface="微软雅黑"/>
                <a:cs typeface="微软雅黑"/>
              </a:rPr>
              <a:t>的概率。当因变量的类型属于二元（</a:t>
            </a:r>
            <a:r>
              <a:rPr sz="2000">
                <a:solidFill>
                  <a:srgbClr val="000000"/>
                </a:solidFill>
                <a:latin typeface="微软雅黑"/>
                <a:ea typeface="微软雅黑"/>
                <a:cs typeface="微软雅黑"/>
              </a:rPr>
              <a:t>1 / 0</a:t>
            </a:r>
            <a:r>
              <a:rPr sz="2000">
                <a:solidFill>
                  <a:srgbClr val="000000"/>
                </a:solidFill>
                <a:latin typeface="微软雅黑"/>
                <a:ea typeface="微软雅黑"/>
                <a:cs typeface="微软雅黑"/>
              </a:rPr>
              <a:t>，真</a:t>
            </a:r>
            <a:r>
              <a:rPr sz="2000">
                <a:solidFill>
                  <a:srgbClr val="000000"/>
                </a:solidFill>
                <a:latin typeface="微软雅黑"/>
                <a:ea typeface="微软雅黑"/>
                <a:cs typeface="微软雅黑"/>
              </a:rPr>
              <a:t>/</a:t>
            </a:r>
            <a:r>
              <a:rPr sz="2000">
                <a:solidFill>
                  <a:srgbClr val="000000"/>
                </a:solidFill>
                <a:latin typeface="微软雅黑"/>
                <a:ea typeface="微软雅黑"/>
                <a:cs typeface="微软雅黑"/>
              </a:rPr>
              <a:t>假，是</a:t>
            </a:r>
            <a:r>
              <a:rPr sz="2000">
                <a:solidFill>
                  <a:srgbClr val="000000"/>
                </a:solidFill>
                <a:latin typeface="微软雅黑"/>
                <a:ea typeface="微软雅黑"/>
                <a:cs typeface="微软雅黑"/>
              </a:rPr>
              <a:t>/</a:t>
            </a:r>
            <a:r>
              <a:rPr sz="2000">
                <a:solidFill>
                  <a:srgbClr val="000000"/>
                </a:solidFill>
                <a:latin typeface="微软雅黑"/>
                <a:ea typeface="微软雅黑"/>
                <a:cs typeface="微软雅黑"/>
              </a:rPr>
              <a:t>否）变量时，我们就应该使用逻辑回归。</a:t>
            </a:r>
          </a:p>
          <a:p xmlns:a="http://schemas.openxmlformats.org/drawingml/2006/main">
            <a:pPr>
              <a:lnSpc>
                <a:spcPct val="150000"/>
              </a:lnSpc>
              <a:buNone/>
            </a:pPr>
            <a:r>
              <a:rPr sz="2000"/>
              <a:t>它广泛的用于分类问题，不要求自变量和因变量是线性关系，自变量不应该相互关联的，即不具有多重共线性。然而，在分析和建模中，我们可以选择包含分类变量相互作用的影响。</a:t>
            </a:r>
          </a:p>
        </p:txBody>
      </p:sp>
      <p:pic>
        <p:nvPicPr>
          <p:cNvPr id="59" name="图片 1"/>
          <p:cNvPicPr>
            <a:picLocks xmlns:a="http://schemas.openxmlformats.org/drawingml/2006/main" noChangeAspect="1"/>
          </p:cNvPicPr>
          <p:nvPr/>
        </p:nvPicPr>
        <p:blipFill>
          <a:blip xmlns:r="http://schemas.openxmlformats.org/officeDocument/2006/relationships" xmlns:a="http://schemas.openxmlformats.org/drawingml/2006/main" r:embed="Rcbfd3be82d2d4f66"/>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extLst>
      <p:ext uri="{BB962C8B-B14F-4D97-AF65-F5344CB8AC3E}">
        <p14:creationId xmlns:p14="http://schemas.microsoft.com/office/powerpoint/2010/main" val="13772604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CAC60A96-8898-4FF0-9557-8A0928EDF92A}"/>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31" name="文本框 30">
            <a:extLst xmlns:a="http://schemas.openxmlformats.org/drawingml/2006/main">
              <a:ext uri="{FF2B5EF4-FFF2-40B4-BE49-F238E27FC236}">
                <a16:creationId xmlns:a16="http://schemas.microsoft.com/office/drawing/2014/main" id="{3E9447AD-5AC5-4AC6-8E60-8099352EEBB4}"/>
              </a:ext>
            </a:extLst>
          </p:cNvPr>
          <p:cNvSpPr>
            <a:spLocks xmlns:a="http://schemas.openxmlformats.org/drawingml/2006/main" noGrp="1"/>
          </p:cNvSpPr>
          <p:nvPr/>
        </p:nvSpPr>
        <p:spPr>
          <a:xfrm xmlns:a="http://schemas.openxmlformats.org/drawingml/2006/main">
            <a:off x="7623175" y="2079625"/>
            <a:ext cx="3929063" cy="3046095"/>
          </a:xfrm>
          <a:prstGeom xmlns:a="http://schemas.openxmlformats.org/drawingml/2006/main" prst="rect">
            <a:avLst/>
          </a:prstGeom>
          <a:noFill xmlns:a="http://schemas.openxmlformats.org/drawingml/2006/main"/>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6600" b="1">
                <a:solidFill>
                  <a:schemeClr val="bg1"/>
                </a:solidFill>
                <a:latin typeface="+mn-lt"/>
                <a:ea typeface="+mn-lt"/>
                <a:cs typeface="+mn-lt"/>
              </a:rPr>
              <a:t>“HELLO</a:t>
            </a:r>
          </a:p>
          <a:p xmlns:a="http://schemas.openxmlformats.org/drawingml/2006/main">
            <a:pPr>
              <a:spcBef>
                <a:spcPts val="0"/>
              </a:spcBef>
              <a:spcAft>
                <a:spcPts val="0"/>
              </a:spcAft>
              <a:buNone/>
            </a:pPr>
          </a:p>
          <a:p xmlns:a="http://schemas.openxmlformats.org/drawingml/2006/main">
            <a:pPr algn="r">
              <a:spcBef>
                <a:spcPts val="0"/>
              </a:spcBef>
              <a:spcAft>
                <a:spcPts val="0"/>
              </a:spcAft>
              <a:buNone/>
            </a:pPr>
            <a:r>
              <a:rPr sz="4400" b="1">
                <a:solidFill>
                  <a:schemeClr val="bg1"/>
                </a:solidFill>
                <a:latin typeface="+mn-lt"/>
                <a:ea typeface="+mn-lt"/>
                <a:cs typeface="+mn-lt"/>
              </a:rPr>
              <a:t>  </a:t>
            </a:r>
            <a:r>
              <a:rPr sz="6000" b="1">
                <a:solidFill>
                  <a:schemeClr val="bg1"/>
                </a:solidFill>
                <a:latin typeface="+mn-lt"/>
                <a:ea typeface="+mn-lt"/>
                <a:cs typeface="+mn-lt"/>
              </a:rPr>
              <a:t>Python”</a:t>
            </a:r>
          </a:p>
        </p:txBody>
      </p:sp>
      <p:pic>
        <p:nvPicPr>
          <p:cNvPr id="32" name="图片 13"/>
          <p:cNvPicPr>
            <a:picLocks xmlns:a="http://schemas.openxmlformats.org/drawingml/2006/main" noChangeAspect="1"/>
          </p:cNvPicPr>
          <p:nvPr/>
        </p:nvPicPr>
        <p:blipFill>
          <a:blip xmlns:r="http://schemas.openxmlformats.org/officeDocument/2006/relationships" xmlns:a="http://schemas.openxmlformats.org/drawingml/2006/main" r:embed="R4955941200114bf5"/>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AA0EB1BA-EAF5-4A0A-A5AD-7D48B0DBB8AD}"/>
              </a:ext>
            </a:extLst>
          </p:cNvPr>
          <p:cNvSpPr>
            <a:spLocks xmlns:a="http://schemas.openxmlformats.org/drawingml/2006/main" noGrp="1"/>
          </p:cNvSpPr>
          <p:nvPr/>
        </p:nvSpPr>
        <p:spPr>
          <a:xfrm xmlns:a="http://schemas.openxmlformats.org/drawingml/2006/main" rot="0">
            <a:off x="975173" y="478155"/>
            <a:ext cx="4255135"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79129104-D077-44D0-8279-277F524D4B6C}"/>
              </a:ext>
            </a:extLst>
          </p:cNvPr>
          <p:cNvSpPr>
            <a:spLocks xmlns:a="http://schemas.openxmlformats.org/drawingml/2006/main" noGrp="1"/>
          </p:cNvSpPr>
          <p:nvPr/>
        </p:nvSpPr>
        <p:spPr>
          <a:xfrm xmlns:a="http://schemas.openxmlformats.org/drawingml/2006/main" rot="0">
            <a:off x="1149163" y="484505"/>
            <a:ext cx="408114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回归分析分类</a:t>
            </a:r>
          </a:p>
        </p:txBody>
      </p:sp>
      <p:sp>
        <p:nvSpPr>
          <p:cNvPr id="51" name="矩形 50">
            <a:extLst xmlns:a="http://schemas.openxmlformats.org/drawingml/2006/main">
              <a:ext uri="{FF2B5EF4-FFF2-40B4-BE49-F238E27FC236}">
                <a16:creationId xmlns:a16="http://schemas.microsoft.com/office/drawing/2014/main" id="{41247237-ECC0-4407-ABA9-460FC96C10B2}"/>
              </a:ext>
            </a:extLst>
          </p:cNvPr>
          <p:cNvSpPr>
            <a:spLocks xmlns:a="http://schemas.openxmlformats.org/drawingml/2006/main" noGrp="1"/>
          </p:cNvSpPr>
          <p:nvPr/>
        </p:nvSpPr>
        <p:spPr>
          <a:xfrm xmlns:a="http://schemas.openxmlformats.org/drawingml/2006/main">
            <a:off x="1028065" y="1710055"/>
            <a:ext cx="10663434" cy="3561192"/>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p:txBody>
      </p:sp>
      <p:sp>
        <p:nvSpPr>
          <p:cNvPr id="52" name="Rectangle: Rounded Corners 1">
            <a:extLst xmlns:a="http://schemas.openxmlformats.org/drawingml/2006/main">
              <a:ext uri="{FF2B5EF4-FFF2-40B4-BE49-F238E27FC236}">
                <a16:creationId xmlns:a16="http://schemas.microsoft.com/office/drawing/2014/main" id="{8D1F3C76-CAFE-4993-ADA9-F754933E39D1}"/>
              </a:ext>
            </a:extLst>
          </p:cNvPr>
          <p:cNvSpPr>
            <a:spLocks xmlns:a="http://schemas.openxmlformats.org/drawingml/2006/main" noGrp="1"/>
          </p:cNvSpPr>
          <p:nvPr/>
        </p:nvSpPr>
        <p:spPr>
          <a:xfrm xmlns:a="http://schemas.openxmlformats.org/drawingml/2006/main">
            <a:off x="386006" y="1434925"/>
            <a:ext cx="1293375" cy="431918"/>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sz="2200">
                <a:solidFill>
                  <a:schemeClr val="bg1"/>
                </a:solidFill>
              </a:rPr>
              <a:t>类别</a:t>
            </a:r>
          </a:p>
        </p:txBody>
      </p:sp>
      <p:sp>
        <p:nvSpPr>
          <p:cNvPr id="4" name="TextBox 3">
            <a:extLst xmlns:a="http://schemas.openxmlformats.org/drawingml/2006/main">
              <a:ext uri="{FF2B5EF4-FFF2-40B4-BE49-F238E27FC236}">
                <a16:creationId xmlns:a16="http://schemas.microsoft.com/office/drawing/2014/main" id="{F06C4A19-E82D-4514-849F-67D9DC2BA8BD}"/>
              </a:ext>
            </a:extLst>
          </p:cNvPr>
          <p:cNvSpPr>
            <a:spLocks xmlns:a="http://schemas.openxmlformats.org/drawingml/2006/main" noGrp="1"/>
          </p:cNvSpPr>
          <p:nvPr/>
        </p:nvSpPr>
        <p:spPr>
          <a:xfrm xmlns:a="http://schemas.openxmlformats.org/drawingml/2006/main">
            <a:off x="1296948" y="1934098"/>
            <a:ext cx="10046117" cy="270843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b="1">
                <a:solidFill>
                  <a:srgbClr val="2D2D8A"/>
                </a:solidFill>
                <a:latin typeface="MicrosoftYaHei-Bold"/>
                <a:ea typeface="MicrosoftYaHei-Bold"/>
                <a:cs typeface="MicrosoftYaHei-Bold"/>
              </a:rPr>
              <a:t>多项式回归（</a:t>
            </a:r>
            <a:r>
              <a:rPr sz="2000" b="1">
                <a:solidFill>
                  <a:srgbClr val="2D2D8A"/>
                </a:solidFill>
                <a:latin typeface="MicrosoftYaHei-Bold"/>
                <a:ea typeface="MicrosoftYaHei-Bold"/>
                <a:cs typeface="MicrosoftYaHei-Bold"/>
              </a:rPr>
              <a:t>Polynomial Regression</a:t>
            </a:r>
            <a:r>
              <a:rPr sz="2000" b="1">
                <a:solidFill>
                  <a:srgbClr val="2D2D8A"/>
                </a:solidFill>
                <a:latin typeface="MicrosoftYaHei-Bold"/>
                <a:ea typeface="MicrosoftYaHei-Bold"/>
                <a:cs typeface="MicrosoftYaHei-Bold"/>
              </a:rPr>
              <a:t>）</a:t>
            </a:r>
            <a:r>
              <a:rPr sz="2000" b="1">
                <a:solidFill>
                  <a:srgbClr val="000000"/>
                </a:solidFill>
                <a:latin typeface="MicrosoftYaHei-Bold"/>
                <a:ea typeface="MicrosoftYaHei-Bold"/>
                <a:cs typeface="MicrosoftYaHei-Bold"/>
              </a:rPr>
              <a:t>：</a:t>
            </a:r>
            <a:r>
              <a:rPr sz="2000">
                <a:solidFill>
                  <a:srgbClr val="000000"/>
                </a:solidFill>
                <a:latin typeface="微软雅黑"/>
                <a:ea typeface="微软雅黑"/>
                <a:cs typeface="微软雅黑"/>
              </a:rPr>
              <a:t>对于一个回归方程，如果自变量的指数大于</a:t>
            </a:r>
            <a:r>
              <a:rPr sz="2000">
                <a:solidFill>
                  <a:srgbClr val="000000"/>
                </a:solidFill>
                <a:latin typeface="微软雅黑"/>
                <a:ea typeface="微软雅黑"/>
                <a:cs typeface="微软雅黑"/>
              </a:rPr>
              <a:t>1</a:t>
            </a:r>
            <a:r>
              <a:rPr sz="2000">
                <a:solidFill>
                  <a:srgbClr val="000000"/>
                </a:solidFill>
                <a:latin typeface="微软雅黑"/>
                <a:ea typeface="微软雅黑"/>
                <a:cs typeface="微软雅黑"/>
              </a:rPr>
              <a:t>，那么它就是多项式回归方程。如下方程所示：</a:t>
            </a:r>
            <a:r>
              <a:rPr sz="2000">
                <a:solidFill>
                  <a:srgbClr val="000000"/>
                </a:solidFill>
                <a:latin typeface="微软雅黑"/>
                <a:ea typeface="微软雅黑"/>
                <a:cs typeface="微软雅黑"/>
              </a:rPr>
              <a:t>y=</a:t>
            </a:r>
            <a:r>
              <a:rPr sz="2000">
                <a:solidFill>
                  <a:srgbClr val="000000"/>
                </a:solidFill>
                <a:latin typeface="微软雅黑"/>
                <a:ea typeface="微软雅黑"/>
                <a:cs typeface="微软雅黑"/>
              </a:rPr>
              <a:t>a+b</a:t>
            </a:r>
            <a:r>
              <a:rPr sz="2000">
                <a:solidFill>
                  <a:srgbClr val="000000"/>
                </a:solidFill>
                <a:latin typeface="微软雅黑"/>
                <a:ea typeface="微软雅黑"/>
                <a:cs typeface="微软雅黑"/>
              </a:rPr>
              <a:t>*x^2</a:t>
            </a:r>
            <a:r>
              <a:rPr sz="2000">
                <a:solidFill>
                  <a:srgbClr val="000000"/>
                </a:solidFill>
                <a:latin typeface="微软雅黑"/>
                <a:ea typeface="微软雅黑"/>
                <a:cs typeface="微软雅黑"/>
              </a:rPr>
              <a:t>。在这种回归技术中，最佳拟合线不是直线。而是一个用于拟合数据点的曲线。</a:t>
            </a:r>
          </a:p>
          <a:p xmlns:a="http://schemas.openxmlformats.org/drawingml/2006/main">
            <a:pPr>
              <a:lnSpc>
                <a:spcPct val="150000"/>
              </a:lnSpc>
              <a:buNone/>
            </a:pPr>
            <a:r>
              <a:rPr sz="2000">
                <a:solidFill>
                  <a:srgbClr val="000000"/>
                </a:solidFill>
                <a:latin typeface="微软雅黑"/>
                <a:ea typeface="微软雅黑"/>
                <a:cs typeface="微软雅黑"/>
              </a:rPr>
              <a:t>需要经常画出关系图来查看拟合情况，并且专注于保证拟合合理，既没有过拟合又没有欠拟合。</a:t>
            </a:r>
          </a:p>
          <a:p xmlns:a="http://schemas.openxmlformats.org/drawingml/2006/main"/>
        </p:txBody>
      </p:sp>
      <p:pic>
        <p:nvPicPr>
          <p:cNvPr id="54" name="Picture 5"/>
          <p:cNvPicPr>
            <a:picLocks xmlns:a="http://schemas.openxmlformats.org/drawingml/2006/main" noChangeAspect="1"/>
          </p:cNvPicPr>
          <p:nvPr/>
        </p:nvPicPr>
        <p:blipFill>
          <a:blip xmlns:r="http://schemas.openxmlformats.org/officeDocument/2006/relationships" xmlns:a="http://schemas.openxmlformats.org/drawingml/2006/main" r:embed="R567e8d99cc2c44bc"/>
          <a:stretch xmlns:a="http://schemas.openxmlformats.org/drawingml/2006/main">
            <a:fillRect l="0" t="0" r="0" b="0"/>
          </a:stretch>
        </p:blipFill>
        <p:spPr>
          <a:xfrm xmlns:a="http://schemas.openxmlformats.org/drawingml/2006/main">
            <a:off x="8131372" y="4078160"/>
            <a:ext cx="3829010" cy="2095119"/>
          </a:xfrm>
          <a:prstGeom xmlns:a="http://schemas.openxmlformats.org/drawingml/2006/main" prst="rect">
            <a:avLst/>
          </a:prstGeom>
        </p:spPr>
      </p:pic>
      <p:pic>
        <p:nvPicPr>
          <p:cNvPr id="55" name="图片 2"/>
          <p:cNvPicPr>
            <a:picLocks xmlns:a="http://schemas.openxmlformats.org/drawingml/2006/main" noChangeAspect="1"/>
          </p:cNvPicPr>
          <p:nvPr/>
        </p:nvPicPr>
        <p:blipFill>
          <a:blip xmlns:r="http://schemas.openxmlformats.org/officeDocument/2006/relationships" xmlns:a="http://schemas.openxmlformats.org/drawingml/2006/main" r:embed="R4bddffc8f3084c70"/>
          <a:stretch xmlns:a="http://schemas.openxmlformats.org/drawingml/2006/main">
            <a:fillRect l="0" t="0" r="0" b="0"/>
          </a:stretch>
        </p:blipFill>
        <p:spPr>
          <a:xfrm xmlns:a="http://schemas.openxmlformats.org/drawingml/2006/main">
            <a:off x="10607040" y="-160020"/>
            <a:ext cx="1727835" cy="1726565"/>
          </a:xfrm>
          <a:prstGeom xmlns:a="http://schemas.openxmlformats.org/drawingml/2006/main" prst="rect">
            <a:avLst/>
          </a:prstGeom>
        </p:spPr>
      </p:pic>
    </p:spTree>
    <p:extLst>
      <p:ext uri="{BB962C8B-B14F-4D97-AF65-F5344CB8AC3E}">
        <p14:creationId xmlns:p14="http://schemas.microsoft.com/office/powerpoint/2010/main" val="20789327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直接连接符 4">
            <a:extLst xmlns:a="http://schemas.openxmlformats.org/drawingml/2006/main">
              <a:ext uri="{FF2B5EF4-FFF2-40B4-BE49-F238E27FC236}">
                <a16:creationId xmlns:a16="http://schemas.microsoft.com/office/drawing/2014/main" id="{2D6B5771-D1D0-4953-87C1-D4CE3C95E894}"/>
              </a:ext>
            </a:extLst>
          </p:cNvPr>
          <p:cNvSpPr>
            <a:spLocks xmlns:a="http://schemas.openxmlformats.org/drawingml/2006/main" noGrp="1"/>
          </p:cNvSpPr>
          <p:nvPr/>
        </p:nvSpPr>
        <p:spPr>
          <a:xfrm xmlns:a="http://schemas.openxmlformats.org/drawingml/2006/main" flipV="1">
            <a:off x="6450013" y="3268980"/>
            <a:ext cx="5575935" cy="20320"/>
          </a:xfrm>
          <a:prstGeom xmlns:a="http://schemas.openxmlformats.org/drawingml/2006/main" prst="line">
            <a:avLst/>
          </a:prstGeom>
          <a:ln xmlns:a="http://schemas.openxmlformats.org/drawingml/2006/main" w="76200">
            <a:solidFill>
              <a:srgbClr val="1F557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矩形 22">
            <a:extLst xmlns:a="http://schemas.openxmlformats.org/drawingml/2006/main">
              <a:ext uri="{FF2B5EF4-FFF2-40B4-BE49-F238E27FC236}">
                <a16:creationId xmlns:a16="http://schemas.microsoft.com/office/drawing/2014/main" id="{E61EDBD3-41D7-43D8-9E64-FA0FFCF8F891}"/>
              </a:ext>
            </a:extLst>
          </p:cNvPr>
          <p:cNvSpPr>
            <a:spLocks xmlns:a="http://schemas.openxmlformats.org/drawingml/2006/main" noGrp="1"/>
          </p:cNvSpPr>
          <p:nvPr/>
        </p:nvSpPr>
        <p:spPr>
          <a:xfrm xmlns:a="http://schemas.openxmlformats.org/drawingml/2006/main">
            <a:off x="6450330" y="3465830"/>
            <a:ext cx="5594350" cy="1210945"/>
          </a:xfrm>
          <a:prstGeom xmlns:a="http://schemas.openxmlformats.org/drawingml/2006/main" prst="rect">
            <a:avLst/>
          </a:prstGeom>
          <a:solidFill xmlns:a="http://schemas.openxmlformats.org/drawingml/2006/main">
            <a:srgbClr val="84ADC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6" name="文本框 5">
            <a:extLst xmlns:a="http://schemas.openxmlformats.org/drawingml/2006/main">
              <a:ext uri="{FF2B5EF4-FFF2-40B4-BE49-F238E27FC236}">
                <a16:creationId xmlns:a16="http://schemas.microsoft.com/office/drawing/2014/main" id="{60B6194F-7308-4FD3-9FF6-642F2AAFAFD1}"/>
              </a:ext>
            </a:extLst>
          </p:cNvPr>
          <p:cNvSpPr>
            <a:spLocks xmlns:a="http://schemas.openxmlformats.org/drawingml/2006/main" noGrp="1"/>
          </p:cNvSpPr>
          <p:nvPr/>
        </p:nvSpPr>
        <p:spPr>
          <a:xfrm xmlns:a="http://schemas.openxmlformats.org/drawingml/2006/main">
            <a:off x="6450013" y="3590657"/>
            <a:ext cx="5545455" cy="10147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spcBef>
                <a:spcPts val="0"/>
              </a:spcBef>
              <a:spcAft>
                <a:spcPts val="0"/>
              </a:spcAft>
              <a:buNone/>
            </a:pPr>
            <a:r>
              <a:rPr sz="2000" b="1">
                <a:solidFill>
                  <a:schemeClr val="bg1"/>
                </a:solidFill>
                <a:latin typeface="+mn-lt"/>
                <a:ea typeface="+mn-lt"/>
                <a:cs typeface="+mn-lt"/>
              </a:rPr>
              <a:t>分析处理现实世界真实数据</a:t>
            </a:r>
            <a:r>
              <a:rPr sz="2000" b="1">
                <a:solidFill>
                  <a:schemeClr val="bg1"/>
                </a:solidFill>
                <a:latin typeface="+mn-lt"/>
                <a:ea typeface="+mn-lt"/>
                <a:cs typeface="+mn-lt"/>
              </a:rPr>
              <a:t>，</a:t>
            </a:r>
            <a:r>
              <a:rPr sz="2000" b="1">
                <a:solidFill>
                  <a:schemeClr val="bg1"/>
                </a:solidFill>
                <a:latin typeface="+mn-lt"/>
                <a:ea typeface="+mn-lt"/>
                <a:cs typeface="+mn-lt"/>
              </a:rPr>
              <a:t>了解机器学习的数值</a:t>
            </a:r>
            <a:r>
              <a:rPr sz="2000" b="1">
                <a:solidFill>
                  <a:srgbClr val="FF0000"/>
                </a:solidFill>
                <a:latin typeface="+mn-lt"/>
                <a:ea typeface="+mn-lt"/>
                <a:cs typeface="+mn-lt"/>
              </a:rPr>
              <a:t>预测功能</a:t>
            </a:r>
            <a:r>
              <a:rPr sz="2000" b="1">
                <a:solidFill>
                  <a:schemeClr val="bg1"/>
                </a:solidFill>
                <a:latin typeface="+mn-lt"/>
                <a:ea typeface="+mn-lt"/>
                <a:cs typeface="+mn-lt"/>
              </a:rPr>
              <a:t>。</a:t>
            </a:r>
          </a:p>
        </p:txBody>
      </p:sp>
      <p:sp>
        <p:nvSpPr>
          <p:cNvPr id="26" name="文本框 25">
            <a:extLst xmlns:a="http://schemas.openxmlformats.org/drawingml/2006/main">
              <a:ext uri="{FF2B5EF4-FFF2-40B4-BE49-F238E27FC236}">
                <a16:creationId xmlns:a16="http://schemas.microsoft.com/office/drawing/2014/main" id="{67B23B55-4D81-477D-A95A-082837C17A33}"/>
              </a:ext>
            </a:extLst>
          </p:cNvPr>
          <p:cNvSpPr>
            <a:spLocks xmlns:a="http://schemas.openxmlformats.org/drawingml/2006/main" noGrp="1"/>
          </p:cNvSpPr>
          <p:nvPr/>
        </p:nvSpPr>
        <p:spPr>
          <a:xfrm xmlns:a="http://schemas.openxmlformats.org/drawingml/2006/main">
            <a:off x="6324600" y="2341880"/>
            <a:ext cx="60013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50000"/>
              </a:lnSpc>
              <a:spcBef>
                <a:spcPts val="0"/>
              </a:spcBef>
              <a:spcAft>
                <a:spcPts val="0"/>
              </a:spcAft>
              <a:buNone/>
            </a:pPr>
            <a:r>
              <a:rPr sz="3600" b="1">
                <a:solidFill>
                  <a:schemeClr val="tx1"/>
                </a:solidFill>
                <a:latin typeface="+mn-lt"/>
                <a:ea typeface="+mn-lt"/>
                <a:cs typeface="+mn-lt"/>
              </a:rPr>
              <a:t>案例实战</a:t>
            </a:r>
          </a:p>
        </p:txBody>
      </p:sp>
      <p:sp>
        <p:nvSpPr>
          <p:cNvPr id="3" name="椭圆 2">
            <a:extLst xmlns:a="http://schemas.openxmlformats.org/drawingml/2006/main">
              <a:ext uri="{FF2B5EF4-FFF2-40B4-BE49-F238E27FC236}">
                <a16:creationId xmlns:a16="http://schemas.microsoft.com/office/drawing/2014/main" id="{C4F689A1-AFDE-4AA3-99B2-F029FB54B70E}"/>
              </a:ext>
            </a:extLst>
          </p:cNvPr>
          <p:cNvSpPr>
            <a:spLocks xmlns:a="http://schemas.openxmlformats.org/drawingml/2006/main" noGrp="1"/>
          </p:cNvSpPr>
          <p:nvPr/>
        </p:nvSpPr>
        <p:spPr>
          <a:xfrm xmlns:a="http://schemas.openxmlformats.org/drawingml/2006/main">
            <a:off x="2319338" y="1179513"/>
            <a:ext cx="3973512" cy="3973512"/>
          </a:xfrm>
          <a:prstGeom xmlns:a="http://schemas.openxmlformats.org/drawingml/2006/main" prst="ellipse">
            <a:avLst/>
          </a:prstGeom>
          <a:noFill xmlns:a="http://schemas.openxmlformats.org/drawingml/2006/main"/>
          <a:ln xmlns:a="http://schemas.openxmlformats.org/drawingml/2006/main" w="5080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28"/>
          <p:cNvPicPr>
            <a:picLocks xmlns:a="http://schemas.openxmlformats.org/drawingml/2006/main" noChangeAspect="1"/>
          </p:cNvPicPr>
          <p:nvPr/>
        </p:nvPicPr>
        <p:blipFill>
          <a:blip xmlns:r="http://schemas.openxmlformats.org/officeDocument/2006/relationships" xmlns:a="http://schemas.openxmlformats.org/drawingml/2006/main" r:embed="R08036dfb7dad49e7"/>
          <a:srcRect xmlns:a="http://schemas.openxmlformats.org/drawingml/2006/main" l="0" t="0" r="0" b="0"/>
          <a:stretch xmlns:a="http://schemas.openxmlformats.org/drawingml/2006/main">
            <a:fillRect l="0" t="0" r="0" b="0"/>
          </a:stretch>
        </p:blipFill>
        <p:spPr>
          <a:xfrm xmlns:a="http://schemas.openxmlformats.org/drawingml/2006/main">
            <a:off x="-1173163" y="598488"/>
            <a:ext cx="7134226" cy="5330825"/>
          </a:xfrm>
          <a:prstGeom xmlns:a="http://schemas.openxmlformats.org/drawingml/2006/main" prst="rect">
            <a:avLst/>
          </a:prstGeom>
          <a:ln xmlns:a="http://schemas.openxmlformats.org/drawingml/2006/main">
            <a:noFill/>
          </a:ln>
        </p:spPr>
      </p:pic>
      <p:sp>
        <p:nvSpPr>
          <p:cNvPr id="30" name="文本框 29">
            <a:extLst xmlns:a="http://schemas.openxmlformats.org/drawingml/2006/main">
              <a:ext uri="{FF2B5EF4-FFF2-40B4-BE49-F238E27FC236}">
                <a16:creationId xmlns:a16="http://schemas.microsoft.com/office/drawing/2014/main" id="{72421F78-BA7C-44EC-8760-9DB71C8999FE}"/>
              </a:ext>
            </a:extLst>
          </p:cNvPr>
          <p:cNvSpPr>
            <a:spLocks xmlns:a="http://schemas.openxmlformats.org/drawingml/2006/main" noGrp="1"/>
          </p:cNvSpPr>
          <p:nvPr/>
        </p:nvSpPr>
        <p:spPr>
          <a:xfrm xmlns:a="http://schemas.openxmlformats.org/drawingml/2006/main">
            <a:off x="3575050" y="2444750"/>
            <a:ext cx="2844800" cy="1783715"/>
          </a:xfrm>
          <a:prstGeom xmlns:a="http://schemas.openxmlformats.org/drawingml/2006/main" prst="rect">
            <a:avLst/>
          </a:prstGeom>
          <a:noFill xmlns:a="http://schemas.openxmlformats.org/drawingml/2006/main"/>
          <a:effectLst xmlns:a="http://schemas.openxmlformats.org/drawingml/2006/main">
            <a:outerShdw blurRad="50800" dist="38100" dir="5400000" algn="t" rotWithShape="0">
              <a:prstClr val="black">
                <a:alpha val="40000"/>
              </a:prstClr>
            </a:outerShdw>
          </a:effectLst>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5500" b="1">
                <a:solidFill>
                  <a:schemeClr val="bg1"/>
                </a:solidFill>
                <a:latin typeface="+mn-lt"/>
                <a:ea typeface="+mn-lt"/>
                <a:cs typeface="+mn-lt"/>
              </a:rPr>
              <a:t>PART  </a:t>
            </a:r>
          </a:p>
          <a:p xmlns:a="http://schemas.openxmlformats.org/drawingml/2006/main">
            <a:pPr>
              <a:spcBef>
                <a:spcPts val="0"/>
              </a:spcBef>
              <a:spcAft>
                <a:spcPts val="0"/>
              </a:spcAft>
              <a:buNone/>
            </a:pPr>
            <a:r>
              <a:rPr sz="5500" b="1">
                <a:solidFill>
                  <a:schemeClr val="bg1"/>
                </a:solidFill>
                <a:latin typeface="+mn-lt"/>
                <a:ea typeface="+mn-lt"/>
                <a:cs typeface="+mn-lt"/>
              </a:rPr>
              <a:t>TWO</a:t>
            </a:r>
          </a:p>
        </p:txBody>
      </p:sp>
    </p:spTree>
    <p:extLst>
      <p:ext uri="{BB962C8B-B14F-4D97-AF65-F5344CB8AC3E}">
        <p14:creationId xmlns:p14="http://schemas.microsoft.com/office/powerpoint/2010/main" val="35726330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CE17312F-9AED-4F40-9AEF-C94AEFCD8E72}"/>
              </a:ext>
            </a:extLst>
          </p:cNvPr>
          <p:cNvSpPr>
            <a:spLocks xmlns:a="http://schemas.openxmlformats.org/drawingml/2006/main" noGrp="1"/>
          </p:cNvSpPr>
          <p:nvPr/>
        </p:nvSpPr>
        <p:spPr>
          <a:xfrm xmlns:a="http://schemas.openxmlformats.org/drawingml/2006/main">
            <a:off x="802831" y="1540739"/>
            <a:ext cx="10888667" cy="4002280"/>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3E19CC10-645F-408C-88D9-2AEC4E9B1EA7}"/>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5e1a495f7e6e4d6b"/>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0EE8D113-605D-45FE-867C-BEAADFF1E848}"/>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7ED0105D-700B-4C01-982D-C42EF6F9F054}"/>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BC65FE73-1E0D-4968-9DFC-7014FB77D97A}"/>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
        <p:nvSpPr>
          <p:cNvPr id="6" name="矩形 22">
            <a:extLst xmlns:a="http://schemas.openxmlformats.org/drawingml/2006/main">
              <a:ext uri="{FF2B5EF4-FFF2-40B4-BE49-F238E27FC236}">
                <a16:creationId xmlns:a16="http://schemas.microsoft.com/office/drawing/2014/main" id="{EFC308DF-86D6-438D-BBCB-DE0D1F94C711}"/>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4C455557-0F64-4383-8388-7ECB6A3B40F4}"/>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20195C41-0911-4F8B-8823-38ED6A4079DC}"/>
              </a:ext>
            </a:extLst>
          </p:cNvPr>
          <p:cNvSpPr>
            <a:spLocks xmlns:a="http://schemas.openxmlformats.org/drawingml/2006/main" noGrp="1"/>
          </p:cNvSpPr>
          <p:nvPr/>
        </p:nvSpPr>
        <p:spPr>
          <a:xfrm xmlns:a="http://schemas.openxmlformats.org/drawingml/2006/main" rot="0">
            <a:off x="1117622" y="1999891"/>
            <a:ext cx="1473480" cy="369331"/>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a:t>
            </a:r>
            <a:r>
              <a:rPr>
                <a:latin typeface="+mn-ea"/>
                <a:ea typeface="+mn-ea"/>
                <a:cs typeface="+mn-ea"/>
              </a:rPr>
              <a:t>）案例背景</a:t>
            </a:r>
          </a:p>
        </p:txBody>
      </p:sp>
      <p:sp>
        <p:nvSpPr>
          <p:cNvPr id="35" name="TextBox 34">
            <a:extLst xmlns:a="http://schemas.openxmlformats.org/drawingml/2006/main">
              <a:ext uri="{FF2B5EF4-FFF2-40B4-BE49-F238E27FC236}">
                <a16:creationId xmlns:a16="http://schemas.microsoft.com/office/drawing/2014/main" id="{BD636ABF-B7C4-4A86-9789-C193385EB76C}"/>
              </a:ext>
            </a:extLst>
          </p:cNvPr>
          <p:cNvSpPr>
            <a:spLocks xmlns:a="http://schemas.openxmlformats.org/drawingml/2006/main" noGrp="1"/>
          </p:cNvSpPr>
          <p:nvPr/>
        </p:nvSpPr>
        <p:spPr>
          <a:xfrm xmlns:a="http://schemas.openxmlformats.org/drawingml/2006/main">
            <a:off x="1466371" y="2418373"/>
            <a:ext cx="10050910" cy="2536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b="0" i="0">
                <a:solidFill>
                  <a:srgbClr val="121212"/>
                </a:solidFill>
                <a:latin typeface="-apple-system"/>
                <a:ea typeface="-apple-system"/>
                <a:cs typeface="-apple-system"/>
              </a:rPr>
              <a:t>本项目目标是根据车辆基础属性、交易信息和匿名特征预测二手车成交价格 price。训练集包含 150,000 条样本、31 个字段，测试集包含 50,000 条样本、30 个字段。经过字段错位与异常记录清洗后，保留 135,884 条有效训练样本，并构造 36 个可入模特征用于回归建模。</a:t>
            </a:r>
          </a:p>
          <a:p xmlns:a="http://schemas.openxmlformats.org/drawingml/2006/main">
            <a:pPr>
              <a:lnSpc>
                <a:spcPct val="150000"/>
              </a:lnSpc>
              <a:buNone/>
            </a:pPr>
            <a:r>
              <a:t/>
            </a:r>
          </a:p>
        </p:txBody>
      </p:sp>
    </p:spTree>
    <p:extLst>
      <p:ext uri="{BB962C8B-B14F-4D97-AF65-F5344CB8AC3E}">
        <p14:creationId xmlns:p14="http://schemas.microsoft.com/office/powerpoint/2010/main" val="120311867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737E5EB1-439A-430F-B30F-DE429C952451}"/>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a4f48900129747d0"/>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51AA90CD-BF02-4F1C-BF52-002D83A0A180}"/>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A830156A-D64A-4DC2-B4EE-24FEB44A636D}"/>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EFA4772C-6C61-470F-8F24-BC7C7F90837D}"/>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
        <p:nvSpPr>
          <p:cNvPr id="6" name="矩形 22">
            <a:extLst xmlns:a="http://schemas.openxmlformats.org/drawingml/2006/main">
              <a:ext uri="{FF2B5EF4-FFF2-40B4-BE49-F238E27FC236}">
                <a16:creationId xmlns:a16="http://schemas.microsoft.com/office/drawing/2014/main" id="{48ADCB69-87B8-4895-8E58-9E8D6ACCD587}"/>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C653CC3D-7E20-46BD-A4B0-567EC2541005}"/>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EE2D000F-F9D8-482C-9BAD-CC36EB079E5A}"/>
              </a:ext>
            </a:extLst>
          </p:cNvPr>
          <p:cNvSpPr>
            <a:spLocks xmlns:a="http://schemas.openxmlformats.org/drawingml/2006/main" noGrp="1"/>
          </p:cNvSpPr>
          <p:nvPr/>
        </p:nvSpPr>
        <p:spPr>
          <a:xfrm xmlns:a="http://schemas.openxmlformats.org/drawingml/2006/main" rot="0">
            <a:off x="1117622" y="1999891"/>
            <a:ext cx="1473480" cy="369331"/>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2</a:t>
            </a:r>
            <a:r>
              <a:rPr>
                <a:latin typeface="+mn-ea"/>
                <a:ea typeface="+mn-ea"/>
                <a:cs typeface="+mn-ea"/>
              </a:rPr>
              <a:t>）数据字段</a:t>
            </a:r>
          </a:p>
        </p:txBody>
      </p:sp>
      <p:graphicFrame>
        <p:nvGraphicFramePr>
          <p:cNvPr id="48" name="Table 22"/>
          <p:cNvGraphicFramePr/>
          <p:nvPr/>
        </p:nvGraphicFramePr>
        <p:xfrm>
          <a:off xmlns:a="http://schemas.openxmlformats.org/drawingml/2006/main" x="3622831" y="1187353"/>
          <a:ext xmlns:a="http://schemas.openxmlformats.org/drawingml/2006/main" cx="7232607" cy="4856628"/>
        </p:xfrm>
        <a:graphic xmlns:a="http://schemas.openxmlformats.org/drawingml/2006/main">
          <a:graphicData uri="http://schemas.openxmlformats.org/drawingml/2006/table">
            <a:tbl>
              <a:tblPr/>
              <a:tblGrid>
                <a:gridCol w="2007827"/>
                <a:gridCol w="5224780"/>
              </a:tblGrid>
              <a:tr h="242570">
                <a:tc>
                  <a:txBody>
                    <a:bodyPr/>
                    <a:lstStyle/>
                    <a:p>
                      <a:pPr algn="ctr">
                        <a:buNone/>
                      </a:pPr>
                      <a:r>
                        <a:rPr sz="1100" b="1" i="0"/>
                        <a:t>Field</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1" i="0"/>
                        <a:t>Description</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242359">
                <a:tc>
                  <a:txBody>
                    <a:bodyPr/>
                    <a:lstStyle/>
                    <a:p>
                      <a:pPr algn="ctr">
                        <a:buNone/>
                      </a:pPr>
                      <a:r>
                        <a:rPr sz="1100" b="0"/>
                        <a:t>SaleID</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交易</a:t>
                      </a:r>
                      <a:r>
                        <a:rPr sz="1100" b="0"/>
                        <a:t>ID</a:t>
                      </a:r>
                      <a:r>
                        <a:rPr sz="1100" b="0"/>
                        <a:t>，唯一编码</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242359">
                <a:tc>
                  <a:txBody>
                    <a:bodyPr/>
                    <a:lstStyle/>
                    <a:p>
                      <a:pPr algn="ctr">
                        <a:buNone/>
                      </a:pPr>
                      <a:r>
                        <a:rPr sz="1100" b="0"/>
                        <a:t>name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AFAFA"/>
                    </a:solidFill>
                  </a:tcPr>
                </a:tc>
                <a:tc>
                  <a:txBody>
                    <a:bodyPr/>
                    <a:lstStyle/>
                    <a:p>
                      <a:pPr algn="ctr">
                        <a:buNone/>
                      </a:pPr>
                      <a:r>
                        <a:rPr sz="1100" b="0"/>
                        <a:t>汽车交易名称，已脱敏</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AFAFA"/>
                    </a:solidFill>
                  </a:tcPr>
                </a:tc>
              </a:tr>
              <a:tr h="342266">
                <a:tc>
                  <a:txBody>
                    <a:bodyPr/>
                    <a:lstStyle/>
                    <a:p>
                      <a:pPr algn="ctr">
                        <a:buNone/>
                      </a:pPr>
                      <a:r>
                        <a:rPr sz="1100" b="0"/>
                        <a:t>regDate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汽车注册日期，例如</a:t>
                      </a:r>
                      <a:r>
                        <a:rPr sz="1100" b="0"/>
                        <a:t>20160101</a:t>
                      </a:r>
                      <a:r>
                        <a:rPr sz="1100" b="0"/>
                        <a:t>，</a:t>
                      </a:r>
                      <a:r>
                        <a:rPr sz="1100" b="0"/>
                        <a:t>2016</a:t>
                      </a:r>
                      <a:r>
                        <a:rPr sz="1100" b="0"/>
                        <a:t>年</a:t>
                      </a:r>
                      <a:r>
                        <a:rPr sz="1100" b="0"/>
                        <a:t>01</a:t>
                      </a:r>
                      <a:r>
                        <a:rPr sz="1100" b="0"/>
                        <a:t>月</a:t>
                      </a:r>
                      <a:r>
                        <a:rPr sz="1100" b="0"/>
                        <a:t>01</a:t>
                      </a:r>
                      <a:r>
                        <a:rPr sz="1100" b="0"/>
                        <a:t>日</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242359">
                <a:tc>
                  <a:txBody>
                    <a:bodyPr/>
                    <a:lstStyle/>
                    <a:p>
                      <a:pPr algn="ctr">
                        <a:buNone/>
                      </a:pPr>
                      <a:r>
                        <a:rPr sz="1100" b="0"/>
                        <a:t>model</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AFAFA"/>
                    </a:solidFill>
                  </a:tcPr>
                </a:tc>
                <a:tc>
                  <a:txBody>
                    <a:bodyPr/>
                    <a:lstStyle/>
                    <a:p>
                      <a:pPr algn="ctr">
                        <a:buNone/>
                      </a:pPr>
                      <a:r>
                        <a:rPr sz="1100" b="0"/>
                        <a:t>车型编码，已脱敏</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AFAFA"/>
                    </a:solidFill>
                  </a:tcPr>
                </a:tc>
              </a:tr>
              <a:tr h="242359">
                <a:tc>
                  <a:txBody>
                    <a:bodyPr/>
                    <a:lstStyle/>
                    <a:p>
                      <a:pPr algn="ctr">
                        <a:buNone/>
                      </a:pPr>
                      <a:r>
                        <a:rPr sz="1100" b="0"/>
                        <a:t>brand</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汽车品牌，已脱敏</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489766">
                <a:tc>
                  <a:txBody>
                    <a:bodyPr/>
                    <a:lstStyle/>
                    <a:p>
                      <a:pPr algn="ctr">
                        <a:buNone/>
                      </a:pPr>
                      <a:r>
                        <a:rPr sz="1100" b="0"/>
                        <a:t>bodyType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AFAFA"/>
                    </a:solidFill>
                  </a:tcPr>
                </a:tc>
                <a:tc>
                  <a:txBody>
                    <a:bodyPr/>
                    <a:lstStyle/>
                    <a:p>
                      <a:pPr algn="ctr">
                        <a:buNone/>
                      </a:pPr>
                      <a:r>
                        <a:rPr sz="1100" b="0"/>
                        <a:t>车身类型：豪华轿车：</a:t>
                      </a:r>
                      <a:r>
                        <a:rPr sz="1100" b="0"/>
                        <a:t>0</a:t>
                      </a:r>
                      <a:r>
                        <a:rPr sz="1100" b="0"/>
                        <a:t>，微型车：</a:t>
                      </a:r>
                      <a:r>
                        <a:rPr sz="1100" b="0"/>
                        <a:t>1</a:t>
                      </a:r>
                      <a:r>
                        <a:rPr sz="1100" b="0"/>
                        <a:t>，厢型车：</a:t>
                      </a:r>
                      <a:r>
                        <a:rPr sz="1100" b="0"/>
                        <a:t>2</a:t>
                      </a:r>
                      <a:r>
                        <a:rPr sz="1100" b="0"/>
                        <a:t>，大巴车：</a:t>
                      </a:r>
                      <a:r>
                        <a:rPr sz="1100" b="0"/>
                        <a:t>3</a:t>
                      </a:r>
                      <a:r>
                        <a:rPr sz="1100" b="0"/>
                        <a:t>，敞篷车：</a:t>
                      </a:r>
                      <a:r>
                        <a:rPr sz="1100" b="0"/>
                        <a:t>4</a:t>
                      </a:r>
                      <a:r>
                        <a:rPr sz="1100" b="0"/>
                        <a:t>，双门汽车：</a:t>
                      </a:r>
                      <a:r>
                        <a:rPr sz="1100" b="0"/>
                        <a:t>5</a:t>
                      </a:r>
                      <a:r>
                        <a:rPr sz="1100" b="0"/>
                        <a:t>，商务车：</a:t>
                      </a:r>
                      <a:r>
                        <a:rPr sz="1100" b="0"/>
                        <a:t>6</a:t>
                      </a:r>
                      <a:r>
                        <a:rPr sz="1100" b="0"/>
                        <a:t>，搅拌车：</a:t>
                      </a:r>
                      <a:r>
                        <a:rPr sz="1100" b="0"/>
                        <a:t>7</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AFAFA"/>
                    </a:solidFill>
                  </a:tcPr>
                </a:tc>
              </a:tr>
              <a:tr h="342266">
                <a:tc>
                  <a:txBody>
                    <a:bodyPr/>
                    <a:lstStyle/>
                    <a:p>
                      <a:pPr algn="ctr">
                        <a:buNone/>
                      </a:pPr>
                      <a:r>
                        <a:rPr sz="1100" b="0"/>
                        <a:t>fuelType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燃油类型：汽油：</a:t>
                      </a:r>
                      <a:r>
                        <a:rPr sz="1100" b="0"/>
                        <a:t>0</a:t>
                      </a:r>
                      <a:r>
                        <a:rPr sz="1100" b="0"/>
                        <a:t>，柴油：</a:t>
                      </a:r>
                      <a:r>
                        <a:rPr sz="1100" b="0"/>
                        <a:t>1</a:t>
                      </a:r>
                      <a:r>
                        <a:rPr sz="1100" b="0"/>
                        <a:t>，液化石油气：</a:t>
                      </a:r>
                      <a:r>
                        <a:rPr sz="1100" b="0"/>
                        <a:t>2</a:t>
                      </a:r>
                      <a:r>
                        <a:rPr sz="1100" b="0"/>
                        <a:t>，天然气：</a:t>
                      </a:r>
                      <a:r>
                        <a:rPr sz="1100" b="0"/>
                        <a:t>3</a:t>
                      </a:r>
                      <a:r>
                        <a:rPr sz="1100" b="0"/>
                        <a:t>，混合动力：</a:t>
                      </a:r>
                      <a:r>
                        <a:rPr sz="1100" b="0"/>
                        <a:t>4</a:t>
                      </a:r>
                      <a:r>
                        <a:rPr sz="1100" b="0"/>
                        <a:t>，其他：</a:t>
                      </a:r>
                      <a:r>
                        <a:rPr sz="1100" b="0"/>
                        <a:t>5</a:t>
                      </a:r>
                      <a:r>
                        <a:rPr sz="1100" b="0"/>
                        <a:t>，电动：</a:t>
                      </a:r>
                      <a:r>
                        <a:rPr sz="1100" b="0"/>
                        <a:t>6</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242359">
                <a:tc>
                  <a:txBody>
                    <a:bodyPr/>
                    <a:lstStyle/>
                    <a:p>
                      <a:pPr algn="ctr">
                        <a:buNone/>
                      </a:pPr>
                      <a:r>
                        <a:rPr sz="1100" b="0"/>
                        <a:t>gearbox</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AFAFA"/>
                    </a:solidFill>
                  </a:tcPr>
                </a:tc>
                <a:tc>
                  <a:txBody>
                    <a:bodyPr/>
                    <a:lstStyle/>
                    <a:p>
                      <a:pPr algn="ctr">
                        <a:buNone/>
                      </a:pPr>
                      <a:r>
                        <a:rPr sz="1100" b="0"/>
                        <a:t>变速箱：手动：</a:t>
                      </a:r>
                      <a:r>
                        <a:rPr sz="1100" b="0"/>
                        <a:t>0</a:t>
                      </a:r>
                      <a:r>
                        <a:rPr sz="1100" b="0"/>
                        <a:t>，自动：</a:t>
                      </a:r>
                      <a:r>
                        <a:rPr sz="1100" b="0"/>
                        <a:t>1</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AFAFA"/>
                    </a:solidFill>
                  </a:tcPr>
                </a:tc>
              </a:tr>
              <a:tr h="242359">
                <a:tc>
                  <a:txBody>
                    <a:bodyPr/>
                    <a:lstStyle/>
                    <a:p>
                      <a:pPr algn="ctr">
                        <a:buNone/>
                      </a:pPr>
                      <a:r>
                        <a:rPr sz="1100" b="0"/>
                        <a:t>power</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发动机功率：范围 </a:t>
                      </a:r>
                      <a:r>
                        <a:rPr sz="1100" b="0"/>
                        <a:t>[ 0, 600 ]</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242359">
                <a:tc>
                  <a:txBody>
                    <a:bodyPr/>
                    <a:lstStyle/>
                    <a:p>
                      <a:pPr algn="ctr">
                        <a:buNone/>
                      </a:pPr>
                      <a:r>
                        <a:rPr sz="1100" b="0"/>
                        <a:t>kilometer</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AFAFA"/>
                    </a:solidFill>
                  </a:tcPr>
                </a:tc>
                <a:tc>
                  <a:txBody>
                    <a:bodyPr/>
                    <a:lstStyle/>
                    <a:p>
                      <a:pPr algn="ctr">
                        <a:buNone/>
                      </a:pPr>
                      <a:r>
                        <a:rPr sz="1100" b="0"/>
                        <a:t>汽车已行驶公里，单位万</a:t>
                      </a:r>
                      <a:r>
                        <a:rPr sz="1100" b="0"/>
                        <a:t>km</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AFAFA"/>
                    </a:solidFill>
                  </a:tcPr>
                </a:tc>
              </a:tr>
              <a:tr h="242359">
                <a:tc>
                  <a:txBody>
                    <a:bodyPr/>
                    <a:lstStyle/>
                    <a:p>
                      <a:pPr algn="ctr">
                        <a:buNone/>
                      </a:pPr>
                      <a:r>
                        <a:rPr sz="1100" b="0"/>
                        <a:t>notRepairedDamage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汽车有尚未修复的损坏：是：</a:t>
                      </a:r>
                      <a:r>
                        <a:rPr sz="1100" b="0"/>
                        <a:t>0</a:t>
                      </a:r>
                      <a:r>
                        <a:rPr sz="1100" b="0"/>
                        <a:t>，否：</a:t>
                      </a:r>
                      <a:r>
                        <a:rPr sz="1100" b="0"/>
                        <a:t>1</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242359">
                <a:tc>
                  <a:txBody>
                    <a:bodyPr/>
                    <a:lstStyle/>
                    <a:p>
                      <a:pPr algn="ctr">
                        <a:buNone/>
                      </a:pPr>
                      <a:r>
                        <a:rPr sz="1100" b="0"/>
                        <a:t>regionCode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AFAFA"/>
                    </a:solidFill>
                  </a:tcPr>
                </a:tc>
                <a:tc>
                  <a:txBody>
                    <a:bodyPr/>
                    <a:lstStyle/>
                    <a:p>
                      <a:pPr algn="ctr">
                        <a:buNone/>
                      </a:pPr>
                      <a:r>
                        <a:rPr sz="1100" b="0"/>
                        <a:t>地区编码，已脱敏</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AFAFA"/>
                    </a:solidFill>
                  </a:tcPr>
                </a:tc>
              </a:tr>
              <a:tr h="242359">
                <a:tc>
                  <a:txBody>
                    <a:bodyPr/>
                    <a:lstStyle/>
                    <a:p>
                      <a:pPr algn="ctr">
                        <a:buNone/>
                      </a:pPr>
                      <a:r>
                        <a:rPr sz="1100" b="0"/>
                        <a:t>seller</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销售方：个体：</a:t>
                      </a:r>
                      <a:r>
                        <a:rPr sz="1100" b="0"/>
                        <a:t>0</a:t>
                      </a:r>
                      <a:r>
                        <a:rPr sz="1100" b="0"/>
                        <a:t>，非个体：</a:t>
                      </a:r>
                      <a:r>
                        <a:rPr sz="1100" b="0"/>
                        <a:t>1</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242359">
                <a:tc>
                  <a:txBody>
                    <a:bodyPr/>
                    <a:lstStyle/>
                    <a:p>
                      <a:pPr algn="ctr">
                        <a:buNone/>
                      </a:pPr>
                      <a:r>
                        <a:rPr sz="1100" b="0"/>
                        <a:t>offerType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AFAFA"/>
                    </a:solidFill>
                  </a:tcPr>
                </a:tc>
                <a:tc>
                  <a:txBody>
                    <a:bodyPr/>
                    <a:lstStyle/>
                    <a:p>
                      <a:pPr algn="ctr">
                        <a:buNone/>
                      </a:pPr>
                      <a:r>
                        <a:rPr sz="1100" b="0"/>
                        <a:t>报价类型：提供：</a:t>
                      </a:r>
                      <a:r>
                        <a:rPr sz="1100" b="0"/>
                        <a:t>0</a:t>
                      </a:r>
                      <a:r>
                        <a:rPr sz="1100" b="0"/>
                        <a:t>，请求：</a:t>
                      </a:r>
                      <a:r>
                        <a:rPr sz="1100" b="0"/>
                        <a:t>1</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AFAFA"/>
                    </a:solidFill>
                  </a:tcPr>
                </a:tc>
              </a:tr>
              <a:tr h="242359">
                <a:tc>
                  <a:txBody>
                    <a:bodyPr/>
                    <a:lstStyle/>
                    <a:p>
                      <a:pPr algn="ctr">
                        <a:buNone/>
                      </a:pPr>
                      <a:r>
                        <a:rPr sz="1100" b="0"/>
                        <a:t>creatDate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汽车上线时间，即开始售卖时间</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r h="242359">
                <a:tc>
                  <a:txBody>
                    <a:bodyPr/>
                    <a:lstStyle/>
                    <a:p>
                      <a:pPr algn="ctr">
                        <a:buNone/>
                      </a:pPr>
                      <a:r>
                        <a:rPr sz="1100" b="0"/>
                        <a:t>price</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AFAFA"/>
                    </a:solidFill>
                  </a:tcPr>
                </a:tc>
                <a:tc>
                  <a:txBody>
                    <a:bodyPr/>
                    <a:lstStyle/>
                    <a:p>
                      <a:pPr algn="ctr">
                        <a:buNone/>
                      </a:pPr>
                      <a:r>
                        <a:rPr sz="1100" b="0"/>
                        <a:t>二手车交易价格（预测目标）</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AFAFA"/>
                    </a:solidFill>
                  </a:tcPr>
                </a:tc>
              </a:tr>
              <a:tr h="242359">
                <a:tc>
                  <a:txBody>
                    <a:bodyPr/>
                    <a:lstStyle/>
                    <a:p>
                      <a:pPr algn="ctr">
                        <a:buNone/>
                      </a:pPr>
                      <a:r>
                        <a:rPr sz="1100" b="0"/>
                        <a:t>v</a:t>
                      </a:r>
                      <a:r>
                        <a:rPr sz="1100" b="0"/>
                        <a:t>系列特征</a:t>
                      </a:r>
                    </a:p>
                  </a:txBody>
                  <a:tcPr marL="35813" marR="35813" marT="26860" marB="26860" anchor="ctr">
                    <a:lnL w="7620" cmpd="sng">
                      <a:solidFill>
                        <a:srgbClr val="E8E8E8"/>
                      </a:solidFill>
                      <a:prstDash val="solid"/>
                    </a:lnL>
                    <a:lnR w="7620" cmpd="sng">
                      <a:solidFill>
                        <a:srgbClr val="E8E8E8"/>
                      </a:solidFill>
                      <a:prstDash val="solid"/>
                    </a:lnR>
                    <a:lnT w="7620" cmpd="sng">
                      <a:solidFill>
                        <a:srgbClr val="E8E8E8"/>
                      </a:solidFill>
                      <a:prstDash val="solid"/>
                    </a:lnT>
                    <a:lnB w="7620" cmpd="sng">
                      <a:solidFill>
                        <a:srgbClr val="E8E8E8"/>
                      </a:solidFill>
                      <a:prstDash val="solid"/>
                    </a:lnB>
                    <a:solidFill>
                      <a:srgbClr val="FFFFFF"/>
                    </a:solidFill>
                  </a:tcPr>
                </a:tc>
                <a:tc>
                  <a:txBody>
                    <a:bodyPr/>
                    <a:lstStyle/>
                    <a:p>
                      <a:pPr algn="ctr">
                        <a:buNone/>
                      </a:pPr>
                      <a:r>
                        <a:rPr sz="1100" b="0"/>
                        <a:t>匿名特征，包含</a:t>
                      </a:r>
                      <a:r>
                        <a:rPr sz="1100" b="0"/>
                        <a:t>v0-14</a:t>
                      </a:r>
                      <a:r>
                        <a:rPr sz="1100" b="0"/>
                        <a:t>在内</a:t>
                      </a:r>
                      <a:r>
                        <a:rPr sz="1100" b="0"/>
                        <a:t>15</a:t>
                      </a:r>
                      <a:r>
                        <a:rPr sz="1100" b="0"/>
                        <a:t>个匿名特征</a:t>
                      </a:r>
                    </a:p>
                  </a:txBody>
                  <a:tcPr marL="35813" marR="35813" marT="26860" marB="26860" anchor="ctr">
                    <a:lnL w="7620" cmpd="sng">
                      <a:solidFill>
                        <a:srgbClr val="E8E8E8"/>
                      </a:solidFill>
                      <a:prstDash val="solid"/>
                    </a:lnL>
                    <a:lnR>
                      <a:noFill/>
                    </a:lnR>
                    <a:lnT w="7620" cmpd="sng">
                      <a:solidFill>
                        <a:srgbClr val="E8E8E8"/>
                      </a:solidFill>
                      <a:prstDash val="solid"/>
                    </a:lnT>
                    <a:lnB w="7620" cmpd="sng">
                      <a:solidFill>
                        <a:srgbClr val="E8E8E8"/>
                      </a:solidFill>
                      <a:prstDash val="solid"/>
                    </a:lnB>
                    <a:solidFill>
                      <a:srgbClr val="FFFFFF"/>
                    </a:solidFill>
                  </a:tcPr>
                </a:tc>
              </a:tr>
            </a:tbl>
          </a:graphicData>
        </a:graphic>
      </p:graphicFrame>
    </p:spTree>
    <p:extLst>
      <p:ext uri="{BB962C8B-B14F-4D97-AF65-F5344CB8AC3E}">
        <p14:creationId xmlns:p14="http://schemas.microsoft.com/office/powerpoint/2010/main" val="133262137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5FC488D3-9C9A-43E4-9D8C-89730DE1B56E}"/>
              </a:ext>
            </a:extLst>
          </p:cNvPr>
          <p:cNvSpPr>
            <a:spLocks xmlns:a="http://schemas.openxmlformats.org/drawingml/2006/main" noGrp="1"/>
          </p:cNvSpPr>
          <p:nvPr/>
        </p:nvSpPr>
        <p:spPr>
          <a:xfrm xmlns:a="http://schemas.openxmlformats.org/drawingml/2006/main">
            <a:off x="802831" y="1540739"/>
            <a:ext cx="10888667" cy="4618014"/>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6D45CE94-870F-4C1B-8F46-3028745548D2}"/>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8a1c4686126e4c6d"/>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D927E7C9-5494-4BD1-9BD0-D40DAA533739}"/>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2C89C8F6-4B5A-4098-AB19-E0210F54F617}"/>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E59A8DC2-E08F-42E5-8C3E-E932685289A2}"/>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D3005724-7DE6-4030-8208-85BF856AB90D}"/>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95666577-54F2-4510-BBCF-DEE8AB61F33E}"/>
              </a:ext>
            </a:extLst>
          </p:cNvPr>
          <p:cNvSpPr>
            <a:spLocks xmlns:a="http://schemas.openxmlformats.org/drawingml/2006/main" noGrp="1"/>
          </p:cNvSpPr>
          <p:nvPr/>
        </p:nvSpPr>
        <p:spPr>
          <a:xfrm xmlns:a="http://schemas.openxmlformats.org/drawingml/2006/main" rot="0">
            <a:off x="1117622" y="1999891"/>
            <a:ext cx="14598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3</a:t>
            </a:r>
            <a:r>
              <a:rPr>
                <a:latin typeface="+mn-ea"/>
                <a:ea typeface="+mn-ea"/>
                <a:cs typeface="+mn-ea"/>
              </a:rPr>
              <a:t>）评价标准</a:t>
            </a:r>
          </a:p>
        </p:txBody>
      </p:sp>
      <p:sp>
        <p:nvSpPr>
          <p:cNvPr id="22" name="Rectangle: Rounded Corners 1">
            <a:extLst xmlns:a="http://schemas.openxmlformats.org/drawingml/2006/main">
              <a:ext uri="{FF2B5EF4-FFF2-40B4-BE49-F238E27FC236}">
                <a16:creationId xmlns:a16="http://schemas.microsoft.com/office/drawing/2014/main" id="{191F7DB5-0ACA-401F-B9A8-543560F7F176}"/>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pic>
        <p:nvPicPr>
          <p:cNvPr id="48" name="图片 23"/>
          <p:cNvPicPr>
            <a:picLocks xmlns:a="http://schemas.openxmlformats.org/drawingml/2006/main" noChangeAspect="1"/>
          </p:cNvPicPr>
          <p:nvPr/>
        </p:nvPicPr>
        <p:blipFill>
          <a:blip xmlns:r="http://schemas.openxmlformats.org/officeDocument/2006/relationships" xmlns:a="http://schemas.openxmlformats.org/drawingml/2006/main" r:embed="R378f5409541246e9"/>
          <a:stretch xmlns:a="http://schemas.openxmlformats.org/drawingml/2006/main">
            <a:fillRect l="0" t="0" r="0" b="0"/>
          </a:stretch>
        </p:blipFill>
        <p:spPr>
          <a:xfrm xmlns:a="http://schemas.openxmlformats.org/drawingml/2006/main">
            <a:off x="1703705" y="2579370"/>
            <a:ext cx="9238615" cy="3119755"/>
          </a:xfrm>
          <a:prstGeom xmlns:a="http://schemas.openxmlformats.org/drawingml/2006/main" prst="rect">
            <a:avLst/>
          </a:prstGeom>
        </p:spPr>
      </p:pic>
    </p:spTree>
    <p:extLst>
      <p:ext uri="{BB962C8B-B14F-4D97-AF65-F5344CB8AC3E}">
        <p14:creationId xmlns:p14="http://schemas.microsoft.com/office/powerpoint/2010/main" val="5694108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直接连接符 4">
            <a:extLst xmlns:a="http://schemas.openxmlformats.org/drawingml/2006/main">
              <a:ext uri="{FF2B5EF4-FFF2-40B4-BE49-F238E27FC236}">
                <a16:creationId xmlns:a16="http://schemas.microsoft.com/office/drawing/2014/main" id="{F2966795-2D03-4D09-9C34-F579C1A27656}"/>
              </a:ext>
            </a:extLst>
          </p:cNvPr>
          <p:cNvSpPr>
            <a:spLocks xmlns:a="http://schemas.openxmlformats.org/drawingml/2006/main" noGrp="1"/>
          </p:cNvSpPr>
          <p:nvPr/>
        </p:nvSpPr>
        <p:spPr>
          <a:xfrm xmlns:a="http://schemas.openxmlformats.org/drawingml/2006/main" flipV="1">
            <a:off x="6450013" y="3268980"/>
            <a:ext cx="5575935" cy="20320"/>
          </a:xfrm>
          <a:prstGeom xmlns:a="http://schemas.openxmlformats.org/drawingml/2006/main" prst="line">
            <a:avLst/>
          </a:prstGeom>
          <a:ln xmlns:a="http://schemas.openxmlformats.org/drawingml/2006/main" w="76200">
            <a:solidFill>
              <a:srgbClr val="1F557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矩形 22">
            <a:extLst xmlns:a="http://schemas.openxmlformats.org/drawingml/2006/main">
              <a:ext uri="{FF2B5EF4-FFF2-40B4-BE49-F238E27FC236}">
                <a16:creationId xmlns:a16="http://schemas.microsoft.com/office/drawing/2014/main" id="{A1126A5C-EA93-4881-9B5D-FC95C0DF5C07}"/>
              </a:ext>
            </a:extLst>
          </p:cNvPr>
          <p:cNvSpPr>
            <a:spLocks xmlns:a="http://schemas.openxmlformats.org/drawingml/2006/main" noGrp="1"/>
          </p:cNvSpPr>
          <p:nvPr/>
        </p:nvSpPr>
        <p:spPr>
          <a:xfrm xmlns:a="http://schemas.openxmlformats.org/drawingml/2006/main">
            <a:off x="6450330" y="3465830"/>
            <a:ext cx="5594350" cy="1210945"/>
          </a:xfrm>
          <a:prstGeom xmlns:a="http://schemas.openxmlformats.org/drawingml/2006/main" prst="rect">
            <a:avLst/>
          </a:prstGeom>
          <a:solidFill xmlns:a="http://schemas.openxmlformats.org/drawingml/2006/main">
            <a:srgbClr val="84ADC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6" name="文本框 5">
            <a:extLst xmlns:a="http://schemas.openxmlformats.org/drawingml/2006/main">
              <a:ext uri="{FF2B5EF4-FFF2-40B4-BE49-F238E27FC236}">
                <a16:creationId xmlns:a16="http://schemas.microsoft.com/office/drawing/2014/main" id="{2FD5D931-85D4-4519-AA15-D1D14F1BB721}"/>
              </a:ext>
            </a:extLst>
          </p:cNvPr>
          <p:cNvSpPr>
            <a:spLocks xmlns:a="http://schemas.openxmlformats.org/drawingml/2006/main" noGrp="1"/>
          </p:cNvSpPr>
          <p:nvPr/>
        </p:nvSpPr>
        <p:spPr>
          <a:xfrm xmlns:a="http://schemas.openxmlformats.org/drawingml/2006/main">
            <a:off x="6450013" y="3590657"/>
            <a:ext cx="5545455" cy="10147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spcBef>
                <a:spcPts val="0"/>
              </a:spcBef>
              <a:spcAft>
                <a:spcPts val="0"/>
              </a:spcAft>
              <a:buNone/>
            </a:pPr>
            <a:r>
              <a:rPr sz="2000" b="1">
                <a:solidFill>
                  <a:schemeClr val="bg1"/>
                </a:solidFill>
                <a:latin typeface="+mn-lt"/>
                <a:ea typeface="+mn-lt"/>
                <a:cs typeface="+mn-lt"/>
              </a:rPr>
              <a:t>初步了解数据，熟悉数据为特征工程做</a:t>
            </a:r>
            <a:r>
              <a:rPr sz="2000" b="1">
                <a:solidFill>
                  <a:srgbClr val="FF0000"/>
                </a:solidFill>
                <a:latin typeface="+mn-lt"/>
                <a:ea typeface="+mn-lt"/>
                <a:cs typeface="+mn-lt"/>
              </a:rPr>
              <a:t>准备的阶段</a:t>
            </a:r>
            <a:r>
              <a:rPr sz="2000" b="1">
                <a:solidFill>
                  <a:schemeClr val="bg1"/>
                </a:solidFill>
                <a:latin typeface="+mn-lt"/>
                <a:ea typeface="+mn-lt"/>
                <a:cs typeface="+mn-lt"/>
              </a:rPr>
              <a:t>。</a:t>
            </a:r>
          </a:p>
        </p:txBody>
      </p:sp>
      <p:sp>
        <p:nvSpPr>
          <p:cNvPr id="26" name="文本框 25">
            <a:extLst xmlns:a="http://schemas.openxmlformats.org/drawingml/2006/main">
              <a:ext uri="{FF2B5EF4-FFF2-40B4-BE49-F238E27FC236}">
                <a16:creationId xmlns:a16="http://schemas.microsoft.com/office/drawing/2014/main" id="{86B56E4C-A616-4437-B99A-D86B9D46F305}"/>
              </a:ext>
            </a:extLst>
          </p:cNvPr>
          <p:cNvSpPr>
            <a:spLocks xmlns:a="http://schemas.openxmlformats.org/drawingml/2006/main" noGrp="1"/>
          </p:cNvSpPr>
          <p:nvPr/>
        </p:nvSpPr>
        <p:spPr>
          <a:xfrm xmlns:a="http://schemas.openxmlformats.org/drawingml/2006/main">
            <a:off x="6324600" y="2341880"/>
            <a:ext cx="60013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50000"/>
              </a:lnSpc>
              <a:spcBef>
                <a:spcPts val="0"/>
              </a:spcBef>
              <a:spcAft>
                <a:spcPts val="0"/>
              </a:spcAft>
              <a:buNone/>
            </a:pPr>
            <a:r>
              <a:rPr sz="3600" b="1">
                <a:solidFill>
                  <a:schemeClr val="tx1"/>
                </a:solidFill>
                <a:latin typeface="+mn-lt"/>
                <a:ea typeface="+mn-lt"/>
                <a:cs typeface="+mn-lt"/>
              </a:rPr>
              <a:t>数据探索分析</a:t>
            </a:r>
          </a:p>
        </p:txBody>
      </p:sp>
      <p:sp>
        <p:nvSpPr>
          <p:cNvPr id="3" name="椭圆 2">
            <a:extLst xmlns:a="http://schemas.openxmlformats.org/drawingml/2006/main">
              <a:ext uri="{FF2B5EF4-FFF2-40B4-BE49-F238E27FC236}">
                <a16:creationId xmlns:a16="http://schemas.microsoft.com/office/drawing/2014/main" id="{FCE933D3-B223-475D-94B7-E2DDCAF332BB}"/>
              </a:ext>
            </a:extLst>
          </p:cNvPr>
          <p:cNvSpPr>
            <a:spLocks xmlns:a="http://schemas.openxmlformats.org/drawingml/2006/main" noGrp="1"/>
          </p:cNvSpPr>
          <p:nvPr/>
        </p:nvSpPr>
        <p:spPr>
          <a:xfrm xmlns:a="http://schemas.openxmlformats.org/drawingml/2006/main">
            <a:off x="2319338" y="1179513"/>
            <a:ext cx="3973512" cy="3973512"/>
          </a:xfrm>
          <a:prstGeom xmlns:a="http://schemas.openxmlformats.org/drawingml/2006/main" prst="ellipse">
            <a:avLst/>
          </a:prstGeom>
          <a:noFill xmlns:a="http://schemas.openxmlformats.org/drawingml/2006/main"/>
          <a:ln xmlns:a="http://schemas.openxmlformats.org/drawingml/2006/main" w="5080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28"/>
          <p:cNvPicPr>
            <a:picLocks xmlns:a="http://schemas.openxmlformats.org/drawingml/2006/main" noChangeAspect="1"/>
          </p:cNvPicPr>
          <p:nvPr/>
        </p:nvPicPr>
        <p:blipFill>
          <a:blip xmlns:r="http://schemas.openxmlformats.org/officeDocument/2006/relationships" xmlns:a="http://schemas.openxmlformats.org/drawingml/2006/main" r:embed="R7160a312b9af4f4e"/>
          <a:srcRect xmlns:a="http://schemas.openxmlformats.org/drawingml/2006/main" l="0" t="0" r="0" b="0"/>
          <a:stretch xmlns:a="http://schemas.openxmlformats.org/drawingml/2006/main">
            <a:fillRect l="0" t="0" r="0" b="0"/>
          </a:stretch>
        </p:blipFill>
        <p:spPr>
          <a:xfrm xmlns:a="http://schemas.openxmlformats.org/drawingml/2006/main">
            <a:off x="-1173163" y="598488"/>
            <a:ext cx="7134226" cy="5330825"/>
          </a:xfrm>
          <a:prstGeom xmlns:a="http://schemas.openxmlformats.org/drawingml/2006/main" prst="rect">
            <a:avLst/>
          </a:prstGeom>
          <a:ln xmlns:a="http://schemas.openxmlformats.org/drawingml/2006/main">
            <a:noFill/>
          </a:ln>
        </p:spPr>
      </p:pic>
      <p:sp>
        <p:nvSpPr>
          <p:cNvPr id="30" name="文本框 29">
            <a:extLst xmlns:a="http://schemas.openxmlformats.org/drawingml/2006/main">
              <a:ext uri="{FF2B5EF4-FFF2-40B4-BE49-F238E27FC236}">
                <a16:creationId xmlns:a16="http://schemas.microsoft.com/office/drawing/2014/main" id="{AB9399E1-123B-4C73-9A25-A4D8DD504EC0}"/>
              </a:ext>
            </a:extLst>
          </p:cNvPr>
          <p:cNvSpPr>
            <a:spLocks xmlns:a="http://schemas.openxmlformats.org/drawingml/2006/main" noGrp="1"/>
          </p:cNvSpPr>
          <p:nvPr/>
        </p:nvSpPr>
        <p:spPr>
          <a:xfrm xmlns:a="http://schemas.openxmlformats.org/drawingml/2006/main">
            <a:off x="3575050" y="2444750"/>
            <a:ext cx="2844800" cy="1783715"/>
          </a:xfrm>
          <a:prstGeom xmlns:a="http://schemas.openxmlformats.org/drawingml/2006/main" prst="rect">
            <a:avLst/>
          </a:prstGeom>
          <a:noFill xmlns:a="http://schemas.openxmlformats.org/drawingml/2006/main"/>
          <a:effectLst xmlns:a="http://schemas.openxmlformats.org/drawingml/2006/main">
            <a:outerShdw blurRad="50800" dist="38100" dir="5400000" algn="t" rotWithShape="0">
              <a:prstClr val="black">
                <a:alpha val="40000"/>
              </a:prstClr>
            </a:outerShdw>
          </a:effectLst>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5500" b="1">
                <a:solidFill>
                  <a:schemeClr val="bg1"/>
                </a:solidFill>
                <a:latin typeface="+mn-lt"/>
                <a:ea typeface="+mn-lt"/>
                <a:cs typeface="+mn-lt"/>
              </a:rPr>
              <a:t>PART  </a:t>
            </a:r>
          </a:p>
          <a:p xmlns:a="http://schemas.openxmlformats.org/drawingml/2006/main">
            <a:pPr>
              <a:spcBef>
                <a:spcPts val="0"/>
              </a:spcBef>
              <a:spcAft>
                <a:spcPts val="0"/>
              </a:spcAft>
              <a:buNone/>
            </a:pPr>
            <a:r>
              <a:rPr sz="5500" b="1">
                <a:solidFill>
                  <a:schemeClr val="bg1"/>
                </a:solidFill>
                <a:latin typeface="+mn-lt"/>
                <a:ea typeface="+mn-lt"/>
                <a:cs typeface="+mn-lt"/>
              </a:rPr>
              <a:t>THREE</a:t>
            </a:r>
          </a:p>
        </p:txBody>
      </p:sp>
    </p:spTree>
    <p:extLst>
      <p:ext uri="{BB962C8B-B14F-4D97-AF65-F5344CB8AC3E}">
        <p14:creationId xmlns:p14="http://schemas.microsoft.com/office/powerpoint/2010/main" val="57369973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2EB51868-AA54-43CD-9943-A4DDF34A4F44}"/>
              </a:ext>
            </a:extLst>
          </p:cNvPr>
          <p:cNvSpPr>
            <a:spLocks xmlns:a="http://schemas.openxmlformats.org/drawingml/2006/main" noGrp="1"/>
          </p:cNvSpPr>
          <p:nvPr/>
        </p:nvSpPr>
        <p:spPr>
          <a:xfrm xmlns:a="http://schemas.openxmlformats.org/drawingml/2006/main">
            <a:off x="802640" y="1540510"/>
            <a:ext cx="10888980" cy="472757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B6A2DA7F-9892-4D8B-BB31-1EFCABFFB039}"/>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14a2f2596211460d"/>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3075365E-4708-4E70-B885-330F9C760864}"/>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E4C2EEC6-97B8-4A65-899F-F0241524EAC1}"/>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E9139885-7254-4622-B21C-558BE6AC6968}"/>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67D24FFE-FB0E-4FA1-9DE6-D61FABFF8576}"/>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19008EEA-3540-4A37-8603-C36B183B200B}"/>
              </a:ext>
            </a:extLst>
          </p:cNvPr>
          <p:cNvSpPr>
            <a:spLocks xmlns:a="http://schemas.openxmlformats.org/drawingml/2006/main" noGrp="1"/>
          </p:cNvSpPr>
          <p:nvPr/>
        </p:nvSpPr>
        <p:spPr>
          <a:xfrm xmlns:a="http://schemas.openxmlformats.org/drawingml/2006/main" rot="0">
            <a:off x="1117622" y="1999891"/>
            <a:ext cx="14598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4</a:t>
            </a:r>
            <a:r>
              <a:rPr>
                <a:latin typeface="+mn-ea"/>
                <a:ea typeface="+mn-ea"/>
                <a:cs typeface="+mn-ea"/>
              </a:rPr>
              <a:t>）数据读入</a:t>
            </a:r>
          </a:p>
        </p:txBody>
      </p:sp>
      <p:sp>
        <p:nvSpPr>
          <p:cNvPr id="24" name="圆角矩形 24">
            <a:extLst xmlns:a="http://schemas.openxmlformats.org/drawingml/2006/main">
              <a:ext uri="{FF2B5EF4-FFF2-40B4-BE49-F238E27FC236}">
                <a16:creationId xmlns:a16="http://schemas.microsoft.com/office/drawing/2014/main" id="{C59617C8-A5C9-4CC4-A2C8-E55418AC32D0}"/>
              </a:ext>
            </a:extLst>
          </p:cNvPr>
          <p:cNvSpPr>
            <a:spLocks xmlns:a="http://schemas.openxmlformats.org/drawingml/2006/main" noGrp="1"/>
          </p:cNvSpPr>
          <p:nvPr/>
        </p:nvSpPr>
        <p:spPr>
          <a:xfrm xmlns:a="http://schemas.openxmlformats.org/drawingml/2006/main" rot="0">
            <a:off x="4126230" y="1902460"/>
            <a:ext cx="4773295"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l">
              <a:buNone/>
            </a:pPr>
            <a:r>
              <a:rPr>
                <a:solidFill>
                  <a:schemeClr val="tx1"/>
                </a:solidFill>
                <a:latin typeface="-apple-system"/>
                <a:ea typeface="-apple-system"/>
                <a:cs typeface="-apple-system"/>
              </a:rPr>
              <a:t>提示 |   读取训练/测试数据并核对字段结构</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d4a109a6fc164dea">
            <a:extLst>
              <a:ext uri="{96DAC541-7B7A-43D3-8B79-37D633B846F1}">
                <asvg:svgBlip xmlns:asvg="http://schemas.microsoft.com/office/drawing/2016/SVG/main" r:embed="Rc836c27d90124eb3"/>
              </a:ext>
            </a:extLst>
          </a:blip>
          <a:stretch xmlns:a="http://schemas.openxmlformats.org/drawingml/2006/main">
            <a:fillRect l="0" t="0" r="0" b="0"/>
          </a:stretch>
        </p:blipFill>
        <p:spPr>
          <a:xfrm xmlns:a="http://schemas.openxmlformats.org/drawingml/2006/main" rot="0" flipH="0" flipV="0">
            <a:off x="3552190" y="1969135"/>
            <a:ext cx="462915" cy="462915"/>
          </a:xfrm>
          <a:prstGeom xmlns:a="http://schemas.openxmlformats.org/drawingml/2006/main" prst="rect">
            <a:avLst/>
          </a:prstGeom>
        </p:spPr>
      </p:pic>
      <p:pic>
        <p:nvPicPr>
          <p:cNvPr id="49" name="图片 22"/>
          <p:cNvPicPr>
            <a:picLocks xmlns:a="http://schemas.openxmlformats.org/drawingml/2006/main" noChangeAspect="1"/>
          </p:cNvPicPr>
          <p:nvPr/>
        </p:nvPicPr>
        <p:blipFill>
          <a:blip xmlns:r="http://schemas.openxmlformats.org/officeDocument/2006/relationships" xmlns:a="http://schemas.openxmlformats.org/drawingml/2006/main" r:embed="R513f916b7aee425e"/>
          <a:stretch xmlns:a="http://schemas.openxmlformats.org/drawingml/2006/main">
            <a:fillRect l="0" t="0" r="0" b="0"/>
          </a:stretch>
        </p:blipFill>
        <p:spPr>
          <a:xfrm xmlns:a="http://schemas.openxmlformats.org/drawingml/2006/main" rot="0" flipH="0" flipV="0">
            <a:off x="1244600" y="3335020"/>
            <a:ext cx="5111750" cy="1998345"/>
          </a:xfrm>
          <a:prstGeom xmlns:a="http://schemas.openxmlformats.org/drawingml/2006/main" prst="rect">
            <a:avLst/>
          </a:prstGeom>
        </p:spPr>
      </p:pic>
      <p:pic>
        <p:nvPicPr>
          <p:cNvPr id="50" name="图片 28"/>
          <p:cNvPicPr>
            <a:picLocks xmlns:a="http://schemas.openxmlformats.org/drawingml/2006/main" noChangeAspect="1"/>
          </p:cNvPicPr>
          <p:nvPr/>
        </p:nvPicPr>
        <p:blipFill>
          <a:blip xmlns:r="http://schemas.openxmlformats.org/officeDocument/2006/relationships" xmlns:a="http://schemas.openxmlformats.org/drawingml/2006/main" r:embed="Ra8f2abe569914a53"/>
          <a:stretch xmlns:a="http://schemas.openxmlformats.org/drawingml/2006/main">
            <a:fillRect l="0" t="0" r="0" b="0"/>
          </a:stretch>
        </p:blipFill>
        <p:spPr>
          <a:xfrm xmlns:a="http://schemas.openxmlformats.org/drawingml/2006/main" rot="0" flipH="0" flipV="0">
            <a:off x="6587490" y="3009265"/>
            <a:ext cx="4044315" cy="1201420"/>
          </a:xfrm>
          <a:prstGeom xmlns:a="http://schemas.openxmlformats.org/drawingml/2006/main" prst="rect">
            <a:avLst/>
          </a:prstGeom>
        </p:spPr>
      </p:pic>
      <p:pic>
        <p:nvPicPr>
          <p:cNvPr id="51" name="图片 30"/>
          <p:cNvPicPr>
            <a:picLocks xmlns:a="http://schemas.openxmlformats.org/drawingml/2006/main" noChangeAspect="1"/>
          </p:cNvPicPr>
          <p:nvPr/>
        </p:nvPicPr>
        <p:blipFill>
          <a:blip xmlns:r="http://schemas.openxmlformats.org/officeDocument/2006/relationships" xmlns:a="http://schemas.openxmlformats.org/drawingml/2006/main" r:embed="Rda4c70b6812a4618"/>
          <a:stretch xmlns:a="http://schemas.openxmlformats.org/drawingml/2006/main">
            <a:fillRect l="0" t="0" r="0" b="0"/>
          </a:stretch>
        </p:blipFill>
        <p:spPr>
          <a:xfrm xmlns:a="http://schemas.openxmlformats.org/drawingml/2006/main" rot="0" flipH="0" flipV="0">
            <a:off x="6587490" y="4328795"/>
            <a:ext cx="4044315" cy="1702435"/>
          </a:xfrm>
          <a:prstGeom xmlns:a="http://schemas.openxmlformats.org/drawingml/2006/main" prst="rect">
            <a:avLst/>
          </a:prstGeom>
        </p:spPr>
      </p:pic>
      <p:sp>
        <p:nvSpPr>
          <p:cNvPr id="33" name="Rectangle: Rounded Corners 1">
            <a:extLst xmlns:a="http://schemas.openxmlformats.org/drawingml/2006/main">
              <a:ext uri="{FF2B5EF4-FFF2-40B4-BE49-F238E27FC236}">
                <a16:creationId xmlns:a16="http://schemas.microsoft.com/office/drawing/2014/main" id="{1FFF82F3-466D-49A8-B4B2-FA2CF2A572FB}"/>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69977543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C741E03E-3769-4E05-A009-F73770F1A7EC}"/>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81D1A29D-EB09-4126-BBA5-55C39C6166BC}"/>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06e71ed44f1746a8"/>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8DA96387-69E8-4212-BE48-43716E979673}"/>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1324E8A6-F671-4892-8EC5-213CECE25049}"/>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C701BC2E-6614-494C-A6B6-6E75E5B4D4EC}"/>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81A5E506-0AD2-4F4A-B162-12C8CCC546AA}"/>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A3498A9F-9A72-437B-AF2A-5934596E25BF}"/>
              </a:ext>
            </a:extLst>
          </p:cNvPr>
          <p:cNvSpPr>
            <a:spLocks xmlns:a="http://schemas.openxmlformats.org/drawingml/2006/main" noGrp="1"/>
          </p:cNvSpPr>
          <p:nvPr/>
        </p:nvSpPr>
        <p:spPr>
          <a:xfrm xmlns:a="http://schemas.openxmlformats.org/drawingml/2006/main" rot="0">
            <a:off x="1117622" y="1999891"/>
            <a:ext cx="14598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5</a:t>
            </a:r>
            <a:r>
              <a:rPr>
                <a:latin typeface="+mn-ea"/>
                <a:ea typeface="+mn-ea"/>
                <a:cs typeface="+mn-ea"/>
              </a:rPr>
              <a:t>）数据理解</a:t>
            </a:r>
          </a:p>
        </p:txBody>
      </p:sp>
      <p:sp>
        <p:nvSpPr>
          <p:cNvPr id="24" name="圆角矩形 24">
            <a:extLst xmlns:a="http://schemas.openxmlformats.org/drawingml/2006/main">
              <a:ext uri="{FF2B5EF4-FFF2-40B4-BE49-F238E27FC236}">
                <a16:creationId xmlns:a16="http://schemas.microsoft.com/office/drawing/2014/main" id="{BD141590-9C6A-48E8-ACAC-CF25C205838D}"/>
              </a:ext>
            </a:extLst>
          </p:cNvPr>
          <p:cNvSpPr>
            <a:spLocks xmlns:a="http://schemas.openxmlformats.org/drawingml/2006/main" noGrp="1"/>
          </p:cNvSpPr>
          <p:nvPr/>
        </p:nvSpPr>
        <p:spPr>
          <a:xfrm xmlns:a="http://schemas.openxmlformats.org/drawingml/2006/main" rot="0">
            <a:off x="4622800" y="191262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 |   查看描述性统计与字段取值范围</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78802ebd66964390">
            <a:extLst>
              <a:ext uri="{96DAC541-7B7A-43D3-8B79-37D633B846F1}">
                <asvg:svgBlip xmlns:asvg="http://schemas.microsoft.com/office/drawing/2016/SVG/main" r:embed="R5881069cfea7419c"/>
              </a:ext>
            </a:extLst>
          </a:blip>
          <a:stretch xmlns:a="http://schemas.openxmlformats.org/drawingml/2006/main">
            <a:fillRect l="0" t="0" r="0" b="0"/>
          </a:stretch>
        </p:blipFill>
        <p:spPr>
          <a:xfrm xmlns:a="http://schemas.openxmlformats.org/drawingml/2006/main" rot="0" flipH="0" flipV="0">
            <a:off x="4048760" y="1979295"/>
            <a:ext cx="462915" cy="462915"/>
          </a:xfrm>
          <a:prstGeom xmlns:a="http://schemas.openxmlformats.org/drawingml/2006/main" prst="rect">
            <a:avLst/>
          </a:prstGeom>
        </p:spPr>
      </p:pic>
      <p:sp>
        <p:nvSpPr>
          <p:cNvPr id="23" name="Rectangle: Rounded Corners 1">
            <a:extLst xmlns:a="http://schemas.openxmlformats.org/drawingml/2006/main">
              <a:ext uri="{FF2B5EF4-FFF2-40B4-BE49-F238E27FC236}">
                <a16:creationId xmlns:a16="http://schemas.microsoft.com/office/drawing/2014/main" id="{A6E37729-5B2E-4BDB-8AB6-2C8B7726E5B8}"/>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pic>
        <p:nvPicPr>
          <p:cNvPr id="50" name="图片 28"/>
          <p:cNvPicPr>
            <a:picLocks xmlns:a="http://schemas.openxmlformats.org/drawingml/2006/main" noChangeAspect="1"/>
          </p:cNvPicPr>
          <p:nvPr/>
        </p:nvPicPr>
        <p:blipFill>
          <a:blip xmlns:r="http://schemas.openxmlformats.org/officeDocument/2006/relationships" xmlns:a="http://schemas.openxmlformats.org/drawingml/2006/main" r:embed="Rf686daa0ba4c4e20"/>
          <a:stretch xmlns:a="http://schemas.openxmlformats.org/drawingml/2006/main">
            <a:fillRect l="0" t="0" r="0" b="0"/>
          </a:stretch>
        </p:blipFill>
        <p:spPr>
          <a:xfrm xmlns:a="http://schemas.openxmlformats.org/drawingml/2006/main" rot="0" flipH="0" flipV="0">
            <a:off x="1388745" y="3720465"/>
            <a:ext cx="2660015" cy="838200"/>
          </a:xfrm>
          <a:prstGeom xmlns:a="http://schemas.openxmlformats.org/drawingml/2006/main" prst="rect">
            <a:avLst/>
          </a:prstGeom>
        </p:spPr>
      </p:pic>
      <p:pic>
        <p:nvPicPr>
          <p:cNvPr id="51" name="图片 33"/>
          <p:cNvPicPr>
            <a:picLocks xmlns:a="http://schemas.openxmlformats.org/drawingml/2006/main" noChangeAspect="1"/>
          </p:cNvPicPr>
          <p:nvPr/>
        </p:nvPicPr>
        <p:blipFill>
          <a:blip xmlns:r="http://schemas.openxmlformats.org/officeDocument/2006/relationships" xmlns:a="http://schemas.openxmlformats.org/drawingml/2006/main" r:embed="Rb87c827e809545ea"/>
          <a:stretch xmlns:a="http://schemas.openxmlformats.org/drawingml/2006/main">
            <a:fillRect l="0" t="0" r="0" b="0"/>
          </a:stretch>
        </p:blipFill>
        <p:spPr>
          <a:xfrm xmlns:a="http://schemas.openxmlformats.org/drawingml/2006/main" rot="0" flipH="0" flipV="0">
            <a:off x="4286250" y="3051810"/>
            <a:ext cx="7318375" cy="2986405"/>
          </a:xfrm>
          <a:prstGeom xmlns:a="http://schemas.openxmlformats.org/drawingml/2006/main" prst="rect">
            <a:avLst/>
          </a:prstGeom>
        </p:spPr>
      </p:pic>
    </p:spTree>
    <p:extLst>
      <p:ext uri="{BB962C8B-B14F-4D97-AF65-F5344CB8AC3E}">
        <p14:creationId xmlns:p14="http://schemas.microsoft.com/office/powerpoint/2010/main" val="34421124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520405DB-6425-41EE-AD2D-6F204AF05830}"/>
              </a:ext>
            </a:extLst>
          </p:cNvPr>
          <p:cNvSpPr>
            <a:spLocks xmlns:a="http://schemas.openxmlformats.org/drawingml/2006/main" noGrp="1"/>
          </p:cNvSpPr>
          <p:nvPr/>
        </p:nvSpPr>
        <p:spPr>
          <a:xfrm xmlns:a="http://schemas.openxmlformats.org/drawingml/2006/main">
            <a:off x="715645"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03F48B76-F51A-4E88-89E6-381616D1EDA3}"/>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e1935e9572594765"/>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5C7FF057-67F5-4DEB-8E27-0A97C6967204}"/>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9A230779-8176-416C-9910-F5B92A61B9BA}"/>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D3DEACAB-22BB-482E-ABDB-F49B2D71B135}"/>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D43D273F-1891-41CB-8482-F85E7EF29878}"/>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F122CFAC-8E7C-4369-8618-1D38F381DAB6}"/>
              </a:ext>
            </a:extLst>
          </p:cNvPr>
          <p:cNvSpPr>
            <a:spLocks xmlns:a="http://schemas.openxmlformats.org/drawingml/2006/main" noGrp="1"/>
          </p:cNvSpPr>
          <p:nvPr/>
        </p:nvSpPr>
        <p:spPr>
          <a:xfrm xmlns:a="http://schemas.openxmlformats.org/drawingml/2006/main" rot="0">
            <a:off x="1117622" y="1999891"/>
            <a:ext cx="16884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6</a:t>
            </a:r>
            <a:r>
              <a:rPr>
                <a:latin typeface="+mn-ea"/>
                <a:ea typeface="+mn-ea"/>
                <a:cs typeface="+mn-ea"/>
              </a:rPr>
              <a:t>）数据完整度</a:t>
            </a:r>
          </a:p>
        </p:txBody>
      </p:sp>
      <p:sp>
        <p:nvSpPr>
          <p:cNvPr id="24" name="圆角矩形 24">
            <a:extLst xmlns:a="http://schemas.openxmlformats.org/drawingml/2006/main">
              <a:ext uri="{FF2B5EF4-FFF2-40B4-BE49-F238E27FC236}">
                <a16:creationId xmlns:a16="http://schemas.microsoft.com/office/drawing/2014/main" id="{D6DAFBBD-739D-4CE0-8661-CEC43F461EEA}"/>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 |   统计缺失值、'-' 标记和异常字段错位</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f4fd6e2c4f4a41dc">
            <a:extLst>
              <a:ext uri="{96DAC541-7B7A-43D3-8B79-37D633B846F1}">
                <asvg:svgBlip xmlns:asvg="http://schemas.microsoft.com/office/drawing/2016/SVG/main" r:embed="R6f76b3c770054b0d"/>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sp>
        <p:nvSpPr>
          <p:cNvPr id="3" name="Rectangle: Rounded Corners 1">
            <a:extLst xmlns:a="http://schemas.openxmlformats.org/drawingml/2006/main">
              <a:ext uri="{FF2B5EF4-FFF2-40B4-BE49-F238E27FC236}">
                <a16:creationId xmlns:a16="http://schemas.microsoft.com/office/drawing/2014/main" id="{EAA76D2A-0732-454E-BEA8-38DC6B3366A4}"/>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pic>
        <p:nvPicPr>
          <p:cNvPr id="50" name="图片 31"/>
          <p:cNvPicPr>
            <a:picLocks xmlns:a="http://schemas.openxmlformats.org/drawingml/2006/main" noChangeAspect="1"/>
          </p:cNvPicPr>
          <p:nvPr/>
        </p:nvPicPr>
        <p:blipFill>
          <a:blip xmlns:r="http://schemas.openxmlformats.org/officeDocument/2006/relationships" xmlns:a="http://schemas.openxmlformats.org/drawingml/2006/main" r:embed="R64217c2c34534a99"/>
          <a:srcRect xmlns:a="http://schemas.openxmlformats.org/drawingml/2006/main" l="0" t="0" r="838" b="4381"/>
          <a:stretch xmlns:a="http://schemas.openxmlformats.org/drawingml/2006/main">
            <a:fillRect l="0" t="0" r="0" b="0"/>
          </a:stretch>
        </p:blipFill>
        <p:spPr>
          <a:xfrm xmlns:a="http://schemas.openxmlformats.org/drawingml/2006/main" rot="0" flipH="0" flipV="0">
            <a:off x="6637020" y="2621915"/>
            <a:ext cx="4827905" cy="3432810"/>
          </a:xfrm>
          <a:prstGeom xmlns:a="http://schemas.openxmlformats.org/drawingml/2006/main" prst="rect">
            <a:avLst/>
          </a:prstGeom>
        </p:spPr>
      </p:pic>
      <p:pic>
        <p:nvPicPr>
          <p:cNvPr id="51" name="图片 30"/>
          <p:cNvPicPr>
            <a:picLocks xmlns:a="http://schemas.openxmlformats.org/drawingml/2006/main" noChangeAspect="1"/>
          </p:cNvPicPr>
          <p:nvPr/>
        </p:nvPicPr>
        <p:blipFill>
          <a:blip xmlns:r="http://schemas.openxmlformats.org/officeDocument/2006/relationships" xmlns:a="http://schemas.openxmlformats.org/drawingml/2006/main" r:embed="R0347f30574084a90"/>
          <a:stretch xmlns:a="http://schemas.openxmlformats.org/drawingml/2006/main">
            <a:fillRect l="0" t="0" r="0" b="0"/>
          </a:stretch>
        </p:blipFill>
        <p:spPr>
          <a:xfrm xmlns:a="http://schemas.openxmlformats.org/drawingml/2006/main" rot="0" flipH="0" flipV="0">
            <a:off x="1379220" y="3397250"/>
            <a:ext cx="4805680" cy="1641475"/>
          </a:xfrm>
          <a:prstGeom xmlns:a="http://schemas.openxmlformats.org/drawingml/2006/main" prst="rect">
            <a:avLst/>
          </a:prstGeom>
        </p:spPr>
      </p:pic>
    </p:spTree>
    <p:extLst>
      <p:ext uri="{BB962C8B-B14F-4D97-AF65-F5344CB8AC3E}">
        <p14:creationId xmlns:p14="http://schemas.microsoft.com/office/powerpoint/2010/main" val="139049398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7B2AD5DB-10A8-40D1-A8E6-84F3DC18D33C}"/>
              </a:ext>
            </a:extLst>
          </p:cNvPr>
          <p:cNvSpPr>
            <a:spLocks xmlns:a="http://schemas.openxmlformats.org/drawingml/2006/main" noGrp="1"/>
          </p:cNvSpPr>
          <p:nvPr/>
        </p:nvSpPr>
        <p:spPr>
          <a:xfrm xmlns:a="http://schemas.openxmlformats.org/drawingml/2006/main">
            <a:off x="802640" y="1550035"/>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CA209BBB-E56E-4FF7-9DD3-D4B1E96D43B5}"/>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f7ec08380beb44f6"/>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269407C6-D595-4599-A643-D636A44D23B4}"/>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FC117E7B-EDC2-4615-B241-B5D1B1EC39F1}"/>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48A1BA14-BF65-416B-8212-36DCE3463A38}"/>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A0E80AA0-EDE0-4AC4-A300-D5768219223B}"/>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B68E8B3D-4481-43E8-BBD0-96AC51905968}"/>
              </a:ext>
            </a:extLst>
          </p:cNvPr>
          <p:cNvSpPr>
            <a:spLocks xmlns:a="http://schemas.openxmlformats.org/drawingml/2006/main" noGrp="1"/>
          </p:cNvSpPr>
          <p:nvPr/>
        </p:nvSpPr>
        <p:spPr>
          <a:xfrm xmlns:a="http://schemas.openxmlformats.org/drawingml/2006/main" rot="0">
            <a:off x="1117622" y="1999891"/>
            <a:ext cx="14598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7</a:t>
            </a:r>
            <a:r>
              <a:rPr>
                <a:latin typeface="+mn-ea"/>
                <a:ea typeface="+mn-ea"/>
                <a:cs typeface="+mn-ea"/>
              </a:rPr>
              <a:t>）数据特征</a:t>
            </a:r>
          </a:p>
        </p:txBody>
      </p:sp>
      <p:sp>
        <p:nvSpPr>
          <p:cNvPr id="45" name="TextBox 25">
            <a:extLst xmlns:a="http://schemas.openxmlformats.org/drawingml/2006/main">
              <a:ext uri="{FF2B5EF4-FFF2-40B4-BE49-F238E27FC236}">
                <a16:creationId xmlns:a16="http://schemas.microsoft.com/office/drawing/2014/main" id="{2714CC1E-E9C7-4277-A01B-ABD428BAB7B6}"/>
              </a:ext>
            </a:extLst>
          </p:cNvPr>
          <p:cNvSpPr>
            <a:spLocks xmlns:a="http://schemas.openxmlformats.org/drawingml/2006/main" noGrp="1"/>
          </p:cNvSpPr>
          <p:nvPr/>
        </p:nvSpPr>
        <p:spPr>
          <a:xfrm xmlns:a="http://schemas.openxmlformats.org/drawingml/2006/main">
            <a:off x="1770380" y="2579370"/>
            <a:ext cx="9520555" cy="281368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50000"/>
              </a:lnSpc>
              <a:buNone/>
            </a:pPr>
            <a:r>
              <a:t>本项目特征由车辆基础属性、日期字段、匿名数值特征 v_0-v_14 组成。数值特征直接进入模型；日期字段转换为序数并构造车龄；功率、里程等字段用于生成组合特征。</a:t>
            </a:r>
          </a:p>
          <a:p xmlns:a="http://schemas.openxmlformats.org/drawingml/2006/main">
            <a:pPr>
              <a:lnSpc>
                <a:spcPct val="150000"/>
              </a:lnSpc>
              <a:buNone/>
            </a:pPr>
            <a:r>
              <a:t/>
            </a:r>
          </a:p>
          <a:p xmlns:a="http://schemas.openxmlformats.org/drawingml/2006/main">
            <a:pPr>
              <a:lnSpc>
                <a:spcPct val="150000"/>
              </a:lnSpc>
              <a:buNone/>
            </a:pPr>
            <a:r>
              <a:t>清洗后训练集与测试集特征列保持一致，均为 36 个特征，为后续模型训练和提交预测提供统一输入。</a:t>
            </a:r>
          </a:p>
          <a:p xmlns:a="http://schemas.openxmlformats.org/drawingml/2006/main">
            <a:pPr>
              <a:lnSpc>
                <a:spcPct val="150000"/>
              </a:lnSpc>
              <a:buNone/>
            </a:pPr>
            <a:r>
              <a:t/>
            </a:r>
          </a:p>
        </p:txBody>
      </p:sp>
      <p:sp>
        <p:nvSpPr>
          <p:cNvPr id="3" name="Rectangle: Rounded Corners 1">
            <a:extLst xmlns:a="http://schemas.openxmlformats.org/drawingml/2006/main">
              <a:ext uri="{FF2B5EF4-FFF2-40B4-BE49-F238E27FC236}">
                <a16:creationId xmlns:a16="http://schemas.microsoft.com/office/drawing/2014/main" id="{23C912FF-E9EF-4A52-A0A9-9F2511A7EDAE}"/>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46047619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E6B2C9C5-AEC5-4863-912B-D6CDF9BFFC45}"/>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049E1B70-7B36-4E82-8229-1046CFB5248B}"/>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c3f228246655483e"/>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047627E6-7678-472A-A335-2CD59FDA27C4}"/>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C79DD2A8-680E-43EF-8736-88E75535620B}"/>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97B21574-3993-4FCE-85E0-07FB87476988}"/>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E9535B5E-24F4-4B25-936D-5755B562747A}"/>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953321DD-571D-436A-86C4-7073C0F1576E}"/>
              </a:ext>
            </a:extLst>
          </p:cNvPr>
          <p:cNvSpPr>
            <a:spLocks xmlns:a="http://schemas.openxmlformats.org/drawingml/2006/main" noGrp="1"/>
          </p:cNvSpPr>
          <p:nvPr/>
        </p:nvSpPr>
        <p:spPr>
          <a:xfrm xmlns:a="http://schemas.openxmlformats.org/drawingml/2006/main" rot="0">
            <a:off x="1117622" y="1999891"/>
            <a:ext cx="14598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7</a:t>
            </a:r>
            <a:r>
              <a:rPr>
                <a:latin typeface="+mn-ea"/>
                <a:ea typeface="+mn-ea"/>
                <a:cs typeface="+mn-ea"/>
              </a:rPr>
              <a:t>）数据特征</a:t>
            </a:r>
          </a:p>
        </p:txBody>
      </p:sp>
      <p:sp>
        <p:nvSpPr>
          <p:cNvPr id="24" name="圆角矩形 24">
            <a:extLst xmlns:a="http://schemas.openxmlformats.org/drawingml/2006/main">
              <a:ext uri="{FF2B5EF4-FFF2-40B4-BE49-F238E27FC236}">
                <a16:creationId xmlns:a16="http://schemas.microsoft.com/office/drawing/2014/main" id="{6ADE26F2-26AC-4DAA-AD8D-8B36664BCED3}"/>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查看筛选</a:t>
            </a:r>
            <a:r>
              <a:rPr>
                <a:solidFill>
                  <a:schemeClr val="tx1"/>
                </a:solidFill>
              </a:rPr>
              <a:t>特征数值和对象类型</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cca5ae4586be498c">
            <a:extLst>
              <a:ext uri="{96DAC541-7B7A-43D3-8B79-37D633B846F1}">
                <asvg:svgBlip xmlns:asvg="http://schemas.microsoft.com/office/drawing/2016/SVG/main" r:embed="R5d6bfa581e8644a5"/>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sp>
        <p:nvSpPr>
          <p:cNvPr id="45" name="TextBox 25">
            <a:extLst xmlns:a="http://schemas.openxmlformats.org/drawingml/2006/main">
              <a:ext uri="{FF2B5EF4-FFF2-40B4-BE49-F238E27FC236}">
                <a16:creationId xmlns:a16="http://schemas.microsoft.com/office/drawing/2014/main" id="{6A06F2C7-53B7-4922-87E4-8349F086D275}"/>
              </a:ext>
            </a:extLst>
          </p:cNvPr>
          <p:cNvSpPr>
            <a:spLocks xmlns:a="http://schemas.openxmlformats.org/drawingml/2006/main" noGrp="1"/>
          </p:cNvSpPr>
          <p:nvPr/>
        </p:nvSpPr>
        <p:spPr>
          <a:xfrm xmlns:a="http://schemas.openxmlformats.org/drawingml/2006/main" rot="0">
            <a:off x="1473835" y="2621280"/>
            <a:ext cx="9520555" cy="6172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50000"/>
              </a:lnSpc>
              <a:buNone/>
            </a:pPr>
            <a:r>
              <a:t>notRepairedDamage 为 object 类型，原始数据中的 '-' 统一替换为 NaN；其余特征以数值字段为主。</a:t>
            </a:r>
          </a:p>
        </p:txBody>
      </p:sp>
      <p:pic>
        <p:nvPicPr>
          <p:cNvPr id="50" name="图片 32"/>
          <p:cNvPicPr>
            <a:picLocks xmlns:a="http://schemas.openxmlformats.org/drawingml/2006/main" noChangeAspect="1"/>
          </p:cNvPicPr>
          <p:nvPr/>
        </p:nvPicPr>
        <p:blipFill>
          <a:blip xmlns:r="http://schemas.openxmlformats.org/officeDocument/2006/relationships" xmlns:a="http://schemas.openxmlformats.org/drawingml/2006/main" r:embed="R42e6877e7387484d"/>
          <a:stretch xmlns:a="http://schemas.openxmlformats.org/drawingml/2006/main">
            <a:fillRect l="0" t="0" r="0" b="0"/>
          </a:stretch>
        </p:blipFill>
        <p:spPr>
          <a:xfrm xmlns:a="http://schemas.openxmlformats.org/drawingml/2006/main" rot="0" flipH="0" flipV="0">
            <a:off x="1586865" y="3132455"/>
            <a:ext cx="3522980" cy="1497965"/>
          </a:xfrm>
          <a:prstGeom xmlns:a="http://schemas.openxmlformats.org/drawingml/2006/main" prst="rect">
            <a:avLst/>
          </a:prstGeom>
        </p:spPr>
      </p:pic>
      <p:sp>
        <p:nvSpPr>
          <p:cNvPr id="34" name="TextBox 25">
            <a:extLst xmlns:a="http://schemas.openxmlformats.org/drawingml/2006/main">
              <a:ext uri="{FF2B5EF4-FFF2-40B4-BE49-F238E27FC236}">
                <a16:creationId xmlns:a16="http://schemas.microsoft.com/office/drawing/2014/main" id="{E8973F7F-80AC-477B-88AE-7AC5E11965B3}"/>
              </a:ext>
            </a:extLst>
          </p:cNvPr>
          <p:cNvSpPr>
            <a:spLocks xmlns:a="http://schemas.openxmlformats.org/drawingml/2006/main" noGrp="1"/>
          </p:cNvSpPr>
          <p:nvPr/>
        </p:nvSpPr>
        <p:spPr>
          <a:xfrm xmlns:a="http://schemas.openxmlformats.org/drawingml/2006/main" rot="0">
            <a:off x="1561465" y="4750435"/>
            <a:ext cx="9729900" cy="6172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50000"/>
              </a:lnSpc>
              <a:buNone/>
            </a:pPr>
            <a:r>
              <a:t>保留可解释的缺失值，在模型管道中使用中位数填充；字段错位样本单独过滤，避免污染训练标签。</a:t>
            </a:r>
          </a:p>
        </p:txBody>
      </p:sp>
      <p:pic>
        <p:nvPicPr>
          <p:cNvPr id="52" name="图片 34"/>
          <p:cNvPicPr>
            <a:picLocks xmlns:a="http://schemas.openxmlformats.org/drawingml/2006/main" noChangeAspect="1"/>
          </p:cNvPicPr>
          <p:nvPr/>
        </p:nvPicPr>
        <p:blipFill>
          <a:blip xmlns:r="http://schemas.openxmlformats.org/officeDocument/2006/relationships" xmlns:a="http://schemas.openxmlformats.org/drawingml/2006/main" r:embed="Rcd17cefd1a294bc2"/>
          <a:stretch xmlns:a="http://schemas.openxmlformats.org/drawingml/2006/main">
            <a:fillRect l="0" t="0" r="0" b="0"/>
          </a:stretch>
        </p:blipFill>
        <p:spPr>
          <a:xfrm xmlns:a="http://schemas.openxmlformats.org/drawingml/2006/main" rot="0" flipH="0" flipV="0">
            <a:off x="1587424" y="5329555"/>
            <a:ext cx="6677179" cy="619760"/>
          </a:xfrm>
          <a:prstGeom xmlns:a="http://schemas.openxmlformats.org/drawingml/2006/main" prst="rect">
            <a:avLst/>
          </a:prstGeom>
        </p:spPr>
      </p:pic>
      <p:sp>
        <p:nvSpPr>
          <p:cNvPr id="3" name="Rectangle: Rounded Corners 1">
            <a:extLst xmlns:a="http://schemas.openxmlformats.org/drawingml/2006/main">
              <a:ext uri="{FF2B5EF4-FFF2-40B4-BE49-F238E27FC236}">
                <a16:creationId xmlns:a16="http://schemas.microsoft.com/office/drawing/2014/main" id="{A4FF43B1-A330-4684-BE83-0720E50732E1}"/>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13397210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6CB25459-BB8A-4A46-B226-927F69828C8A}"/>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805D2224-2B4D-494D-9B12-7E4B939B3D0F}"/>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d41ef76caa254b78"/>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4E8E0002-35F7-40A3-96DE-9CD964DCAB85}"/>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348F70E4-2321-4ECE-B28F-6613DC89F005}"/>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DADB7B78-A58F-4579-B46E-7D95AD426057}"/>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8BE526B4-1AAB-4D15-A97B-97D4BB2BCEE0}"/>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558CFA80-41E2-447D-AF33-692638F3EFB9}"/>
              </a:ext>
            </a:extLst>
          </p:cNvPr>
          <p:cNvSpPr>
            <a:spLocks xmlns:a="http://schemas.openxmlformats.org/drawingml/2006/main" noGrp="1"/>
          </p:cNvSpPr>
          <p:nvPr/>
        </p:nvSpPr>
        <p:spPr>
          <a:xfrm xmlns:a="http://schemas.openxmlformats.org/drawingml/2006/main" rot="0">
            <a:off x="1117622" y="1999891"/>
            <a:ext cx="14598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7</a:t>
            </a:r>
            <a:r>
              <a:rPr>
                <a:latin typeface="+mn-ea"/>
                <a:ea typeface="+mn-ea"/>
                <a:cs typeface="+mn-ea"/>
              </a:rPr>
              <a:t>）数据特征</a:t>
            </a:r>
          </a:p>
        </p:txBody>
      </p:sp>
      <p:sp>
        <p:nvSpPr>
          <p:cNvPr id="24" name="圆角矩形 24">
            <a:extLst xmlns:a="http://schemas.openxmlformats.org/drawingml/2006/main">
              <a:ext uri="{FF2B5EF4-FFF2-40B4-BE49-F238E27FC236}">
                <a16:creationId xmlns:a16="http://schemas.microsoft.com/office/drawing/2014/main" id="{B2A2FE52-D020-49D6-B955-BEAEEC62605D}"/>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处理严重倾斜类别特征</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65014892acd84210">
            <a:extLst>
              <a:ext uri="{96DAC541-7B7A-43D3-8B79-37D633B846F1}">
                <asvg:svgBlip xmlns:asvg="http://schemas.microsoft.com/office/drawing/2016/SVG/main" r:embed="Rd0f692ae581a4bf3"/>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sp>
        <p:nvSpPr>
          <p:cNvPr id="34" name="TextBox 25">
            <a:extLst xmlns:a="http://schemas.openxmlformats.org/drawingml/2006/main">
              <a:ext uri="{FF2B5EF4-FFF2-40B4-BE49-F238E27FC236}">
                <a16:creationId xmlns:a16="http://schemas.microsoft.com/office/drawing/2014/main" id="{FDC33BEB-9C8A-47EE-9D56-EFCB73B977DF}"/>
              </a:ext>
            </a:extLst>
          </p:cNvPr>
          <p:cNvSpPr>
            <a:spLocks xmlns:a="http://schemas.openxmlformats.org/drawingml/2006/main" noGrp="1"/>
          </p:cNvSpPr>
          <p:nvPr/>
        </p:nvSpPr>
        <p:spPr>
          <a:xfrm xmlns:a="http://schemas.openxmlformats.org/drawingml/2006/main" rot="0">
            <a:off x="1682750" y="5078095"/>
            <a:ext cx="9520555" cy="10871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50000"/>
              </a:lnSpc>
              <a:buNone/>
            </a:pPr>
            <a:r>
              <a:t>删除 14,116 条字段错位/结构异常样本；price 清洗后无缺失、无负值，其余缺失值交给模型管道处理。</a:t>
            </a:r>
          </a:p>
        </p:txBody>
      </p:sp>
      <p:pic>
        <p:nvPicPr>
          <p:cNvPr id="50" name="图片 2"/>
          <p:cNvPicPr>
            <a:picLocks xmlns:a="http://schemas.openxmlformats.org/drawingml/2006/main" noChangeAspect="1"/>
          </p:cNvPicPr>
          <p:nvPr/>
        </p:nvPicPr>
        <p:blipFill>
          <a:blip xmlns:r="http://schemas.openxmlformats.org/officeDocument/2006/relationships" xmlns:a="http://schemas.openxmlformats.org/drawingml/2006/main" r:embed="R37a58f3fc7534384"/>
          <a:stretch xmlns:a="http://schemas.openxmlformats.org/drawingml/2006/main">
            <a:fillRect l="0" t="0" r="0" b="0"/>
          </a:stretch>
        </p:blipFill>
        <p:spPr>
          <a:xfrm xmlns:a="http://schemas.openxmlformats.org/drawingml/2006/main" rot="0" flipH="0" flipV="0">
            <a:off x="4725670" y="2642870"/>
            <a:ext cx="3528060" cy="2368550"/>
          </a:xfrm>
          <a:prstGeom xmlns:a="http://schemas.openxmlformats.org/drawingml/2006/main" prst="rect">
            <a:avLst/>
          </a:prstGeom>
        </p:spPr>
      </p:pic>
      <p:sp>
        <p:nvSpPr>
          <p:cNvPr id="26" name="Rectangle: Rounded Corners 1">
            <a:extLst xmlns:a="http://schemas.openxmlformats.org/drawingml/2006/main">
              <a:ext uri="{FF2B5EF4-FFF2-40B4-BE49-F238E27FC236}">
                <a16:creationId xmlns:a16="http://schemas.microsoft.com/office/drawing/2014/main" id="{8AAB7B6A-96F1-40D6-90E0-20C7A6D9D738}"/>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2871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A308829D-66E1-44BD-8E68-860E42BE498F}"/>
              </a:ext>
            </a:extLst>
          </p:cNvPr>
          <p:cNvSpPr>
            <a:spLocks xmlns:a="http://schemas.openxmlformats.org/drawingml/2006/main" noGrp="1"/>
          </p:cNvSpPr>
          <p:nvPr/>
        </p:nvSpPr>
        <p:spPr>
          <a:xfrm xmlns:a="http://schemas.openxmlformats.org/drawingml/2006/main">
            <a:off x="802640" y="1540510"/>
            <a:ext cx="10888980" cy="4726940"/>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0AABC6E6-D430-49F5-824C-88AA0EAA9F39}"/>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2f6bbb90c8384356"/>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43142F6D-FC35-4CA2-B028-98B1B51B9771}"/>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E01C2782-16C5-4BAC-9388-C67B60204FEC}"/>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076D08CF-4629-490F-A552-CC68E470EE2B}"/>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CE3117ED-7177-4402-9F53-EBB6924641C5}"/>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8B9F2021-3369-4D10-9033-261C8EA969AB}"/>
              </a:ext>
            </a:extLst>
          </p:cNvPr>
          <p:cNvSpPr>
            <a:spLocks xmlns:a="http://schemas.openxmlformats.org/drawingml/2006/main" noGrp="1"/>
          </p:cNvSpPr>
          <p:nvPr/>
        </p:nvSpPr>
        <p:spPr>
          <a:xfrm xmlns:a="http://schemas.openxmlformats.org/drawingml/2006/main" rot="0">
            <a:off x="1117622" y="1999891"/>
            <a:ext cx="21456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8</a:t>
            </a:r>
            <a:r>
              <a:rPr>
                <a:latin typeface="+mn-ea"/>
                <a:ea typeface="+mn-ea"/>
                <a:cs typeface="+mn-ea"/>
              </a:rPr>
              <a:t>）预测值分布分析</a:t>
            </a:r>
          </a:p>
        </p:txBody>
      </p:sp>
      <p:sp>
        <p:nvSpPr>
          <p:cNvPr id="24" name="圆角矩形 24">
            <a:extLst xmlns:a="http://schemas.openxmlformats.org/drawingml/2006/main">
              <a:ext uri="{FF2B5EF4-FFF2-40B4-BE49-F238E27FC236}">
                <a16:creationId xmlns:a16="http://schemas.microsoft.com/office/drawing/2014/main" id="{2FE42723-AC36-495D-BFE7-102A43161268}"/>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可视化预测值分布情况</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c26775c6e57947e1">
            <a:extLst>
              <a:ext uri="{96DAC541-7B7A-43D3-8B79-37D633B846F1}">
                <asvg:svgBlip xmlns:asvg="http://schemas.microsoft.com/office/drawing/2016/SVG/main" r:embed="R62e81687158f458e"/>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pic>
        <p:nvPicPr>
          <p:cNvPr id="49" name="图片 25"/>
          <p:cNvPicPr>
            <a:picLocks xmlns:a="http://schemas.openxmlformats.org/drawingml/2006/main" noChangeAspect="1"/>
          </p:cNvPicPr>
          <p:nvPr/>
        </p:nvPicPr>
        <p:blipFill>
          <a:blip xmlns:r="http://schemas.openxmlformats.org/officeDocument/2006/relationships" xmlns:a="http://schemas.openxmlformats.org/drawingml/2006/main" r:embed="Ra079bc0c12d2436e"/>
          <a:stretch xmlns:a="http://schemas.openxmlformats.org/drawingml/2006/main">
            <a:fillRect l="0" t="0" r="0" b="0"/>
          </a:stretch>
        </p:blipFill>
        <p:spPr>
          <a:xfrm xmlns:a="http://schemas.openxmlformats.org/drawingml/2006/main" rot="0" flipH="0" flipV="0">
            <a:off x="998855" y="2745740"/>
            <a:ext cx="5466715" cy="2663825"/>
          </a:xfrm>
          <a:prstGeom xmlns:a="http://schemas.openxmlformats.org/drawingml/2006/main" prst="rect">
            <a:avLst/>
          </a:prstGeom>
        </p:spPr>
      </p:pic>
      <p:sp>
        <p:nvSpPr>
          <p:cNvPr id="34" name="TextBox 25">
            <a:extLst xmlns:a="http://schemas.openxmlformats.org/drawingml/2006/main">
              <a:ext uri="{FF2B5EF4-FFF2-40B4-BE49-F238E27FC236}">
                <a16:creationId xmlns:a16="http://schemas.microsoft.com/office/drawing/2014/main" id="{26E4108E-0DCF-4EFD-9E3B-9C3BB040E79B}"/>
              </a:ext>
            </a:extLst>
          </p:cNvPr>
          <p:cNvSpPr>
            <a:spLocks xmlns:a="http://schemas.openxmlformats.org/drawingml/2006/main" noGrp="1"/>
          </p:cNvSpPr>
          <p:nvPr/>
        </p:nvSpPr>
        <p:spPr>
          <a:xfrm xmlns:a="http://schemas.openxmlformats.org/drawingml/2006/main" rot="0">
            <a:off x="6827520" y="4466590"/>
            <a:ext cx="4550410" cy="9429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50000"/>
              </a:lnSpc>
              <a:buNone/>
            </a:pPr>
            <a:r>
              <a:t>原始 price 明显长尾，低价样本集中、高价样本稀疏；建模时需关注偏态对误差的影响。</a:t>
            </a:r>
          </a:p>
        </p:txBody>
      </p:sp>
      <p:pic>
        <p:nvPicPr>
          <p:cNvPr id="51" name="图片 32"/>
          <p:cNvPicPr>
            <a:picLocks xmlns:a="http://schemas.openxmlformats.org/drawingml/2006/main" noChangeAspect="1"/>
          </p:cNvPicPr>
          <p:nvPr/>
        </p:nvPicPr>
        <p:blipFill>
          <a:blip xmlns:r="http://schemas.openxmlformats.org/officeDocument/2006/relationships" xmlns:a="http://schemas.openxmlformats.org/drawingml/2006/main" r:embed="R518d7cec6d074500"/>
          <a:stretch xmlns:a="http://schemas.openxmlformats.org/drawingml/2006/main">
            <a:fillRect l="0" t="0" r="0" b="0"/>
          </a:stretch>
        </p:blipFill>
        <p:spPr>
          <a:xfrm xmlns:a="http://schemas.openxmlformats.org/drawingml/2006/main" rot="0" flipH="0" flipV="0">
            <a:off x="6879590" y="2745740"/>
            <a:ext cx="4525645" cy="520065"/>
          </a:xfrm>
          <a:prstGeom xmlns:a="http://schemas.openxmlformats.org/drawingml/2006/main" prst="rect">
            <a:avLst/>
          </a:prstGeom>
        </p:spPr>
      </p:pic>
      <p:sp>
        <p:nvSpPr>
          <p:cNvPr id="3" name="Rectangle: Rounded Corners 1">
            <a:extLst xmlns:a="http://schemas.openxmlformats.org/drawingml/2006/main">
              <a:ext uri="{FF2B5EF4-FFF2-40B4-BE49-F238E27FC236}">
                <a16:creationId xmlns:a16="http://schemas.microsoft.com/office/drawing/2014/main" id="{0BB258D0-56C4-4B8E-B1F8-D6D166A7C022}"/>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65034169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9B7C46F3-0B90-4471-937D-84EAAE2F6695}"/>
              </a:ext>
            </a:extLst>
          </p:cNvPr>
          <p:cNvSpPr>
            <a:spLocks xmlns:a="http://schemas.openxmlformats.org/drawingml/2006/main" noGrp="1"/>
          </p:cNvSpPr>
          <p:nvPr/>
        </p:nvSpPr>
        <p:spPr>
          <a:xfrm xmlns:a="http://schemas.openxmlformats.org/drawingml/2006/main">
            <a:off x="802640" y="1540510"/>
            <a:ext cx="10888980" cy="4726940"/>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10D36677-C0A5-4ED6-9362-AB596ADD7F13}"/>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ff00fc2b2ebe4e80"/>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21524F91-9AEF-4008-A31E-07B3A2F43567}"/>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7D680C96-5107-42FE-9861-93278AE650C4}"/>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E46EDE47-6686-4855-B544-255FF2FDE80B}"/>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7FCF9F57-0BEC-498D-A558-732A770E2E9A}"/>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3BE32AAB-DF44-4824-91F0-65ADC6EEA079}"/>
              </a:ext>
            </a:extLst>
          </p:cNvPr>
          <p:cNvSpPr>
            <a:spLocks xmlns:a="http://schemas.openxmlformats.org/drawingml/2006/main" noGrp="1"/>
          </p:cNvSpPr>
          <p:nvPr/>
        </p:nvSpPr>
        <p:spPr>
          <a:xfrm xmlns:a="http://schemas.openxmlformats.org/drawingml/2006/main" rot="0">
            <a:off x="1117622" y="1999891"/>
            <a:ext cx="21456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8</a:t>
            </a:r>
            <a:r>
              <a:rPr>
                <a:latin typeface="+mn-ea"/>
                <a:ea typeface="+mn-ea"/>
                <a:cs typeface="+mn-ea"/>
              </a:rPr>
              <a:t>）预测值分布分析</a:t>
            </a:r>
          </a:p>
        </p:txBody>
      </p:sp>
      <p:sp>
        <p:nvSpPr>
          <p:cNvPr id="24" name="圆角矩形 24">
            <a:extLst xmlns:a="http://schemas.openxmlformats.org/drawingml/2006/main">
              <a:ext uri="{FF2B5EF4-FFF2-40B4-BE49-F238E27FC236}">
                <a16:creationId xmlns:a16="http://schemas.microsoft.com/office/drawing/2014/main" id="{C4004596-D935-470A-9F56-781215F2DBBB}"/>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可视化预测值分布情况</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972ccf626052476e">
            <a:extLst>
              <a:ext uri="{96DAC541-7B7A-43D3-8B79-37D633B846F1}">
                <asvg:svgBlip xmlns:asvg="http://schemas.microsoft.com/office/drawing/2016/SVG/main" r:embed="R79491306fbdb4213"/>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pic>
        <p:nvPicPr>
          <p:cNvPr id="49" name="图片 2"/>
          <p:cNvPicPr>
            <a:picLocks xmlns:a="http://schemas.openxmlformats.org/drawingml/2006/main" noChangeAspect="1"/>
          </p:cNvPicPr>
          <p:nvPr/>
        </p:nvPicPr>
        <p:blipFill>
          <a:blip xmlns:r="http://schemas.openxmlformats.org/officeDocument/2006/relationships" xmlns:a="http://schemas.openxmlformats.org/drawingml/2006/main" r:embed="R202f7845f79d4c53"/>
          <a:srcRect xmlns:a="http://schemas.openxmlformats.org/drawingml/2006/main" l="1994" t="0" r="0" b="0"/>
          <a:stretch xmlns:a="http://schemas.openxmlformats.org/drawingml/2006/main">
            <a:fillRect l="0" t="0" r="0" b="0"/>
          </a:stretch>
        </p:blipFill>
        <p:spPr>
          <a:xfrm xmlns:a="http://schemas.openxmlformats.org/drawingml/2006/main" rot="0" flipH="0" flipV="0">
            <a:off x="884555" y="2813685"/>
            <a:ext cx="3932555" cy="2659380"/>
          </a:xfrm>
          <a:prstGeom xmlns:a="http://schemas.openxmlformats.org/drawingml/2006/main" prst="rect">
            <a:avLst/>
          </a:prstGeom>
        </p:spPr>
      </p:pic>
      <p:pic>
        <p:nvPicPr>
          <p:cNvPr id="50" name="图片 22"/>
          <p:cNvPicPr>
            <a:picLocks xmlns:a="http://schemas.openxmlformats.org/drawingml/2006/main" noChangeAspect="1"/>
          </p:cNvPicPr>
          <p:nvPr/>
        </p:nvPicPr>
        <p:blipFill>
          <a:blip xmlns:r="http://schemas.openxmlformats.org/officeDocument/2006/relationships" xmlns:a="http://schemas.openxmlformats.org/drawingml/2006/main" r:embed="R52c8b3f4402d4498"/>
          <a:srcRect xmlns:a="http://schemas.openxmlformats.org/drawingml/2006/main" l="2716" t="0" r="0" b="867"/>
          <a:stretch xmlns:a="http://schemas.openxmlformats.org/drawingml/2006/main">
            <a:fillRect l="0" t="0" r="0" b="0"/>
          </a:stretch>
        </p:blipFill>
        <p:spPr>
          <a:xfrm xmlns:a="http://schemas.openxmlformats.org/drawingml/2006/main" rot="0" flipH="0" flipV="0">
            <a:off x="4511675" y="2833370"/>
            <a:ext cx="3867785" cy="2613660"/>
          </a:xfrm>
          <a:prstGeom xmlns:a="http://schemas.openxmlformats.org/drawingml/2006/main" prst="rect">
            <a:avLst/>
          </a:prstGeom>
        </p:spPr>
      </p:pic>
      <p:pic>
        <p:nvPicPr>
          <p:cNvPr id="51" name="图片 27"/>
          <p:cNvPicPr>
            <a:picLocks xmlns:a="http://schemas.openxmlformats.org/drawingml/2006/main" noChangeAspect="1"/>
          </p:cNvPicPr>
          <p:nvPr/>
        </p:nvPicPr>
        <p:blipFill>
          <a:blip xmlns:r="http://schemas.openxmlformats.org/officeDocument/2006/relationships" xmlns:a="http://schemas.openxmlformats.org/drawingml/2006/main" r:embed="R9562d3eb10d34a69"/>
          <a:srcRect xmlns:a="http://schemas.openxmlformats.org/drawingml/2006/main" l="2810" t="0" r="5283" b="-123"/>
          <a:stretch xmlns:a="http://schemas.openxmlformats.org/drawingml/2006/main">
            <a:fillRect l="0" t="0" r="0" b="0"/>
          </a:stretch>
        </p:blipFill>
        <p:spPr>
          <a:xfrm xmlns:a="http://schemas.openxmlformats.org/drawingml/2006/main" rot="0" flipH="0" flipV="0">
            <a:off x="8179435" y="2853055"/>
            <a:ext cx="3459480" cy="2593975"/>
          </a:xfrm>
          <a:prstGeom xmlns:a="http://schemas.openxmlformats.org/drawingml/2006/main" prst="rect">
            <a:avLst/>
          </a:prstGeom>
        </p:spPr>
      </p:pic>
      <p:sp>
        <p:nvSpPr>
          <p:cNvPr id="29" name="TextBox 25">
            <a:extLst xmlns:a="http://schemas.openxmlformats.org/drawingml/2006/main">
              <a:ext uri="{FF2B5EF4-FFF2-40B4-BE49-F238E27FC236}">
                <a16:creationId xmlns:a16="http://schemas.microsoft.com/office/drawing/2014/main" id="{67DB257F-0870-436B-B4F3-BB1FD72CC0A1}"/>
              </a:ext>
            </a:extLst>
          </p:cNvPr>
          <p:cNvSpPr>
            <a:spLocks xmlns:a="http://schemas.openxmlformats.org/drawingml/2006/main" noGrp="1"/>
          </p:cNvSpPr>
          <p:nvPr/>
        </p:nvSpPr>
        <p:spPr>
          <a:xfrm xmlns:a="http://schemas.openxmlformats.org/drawingml/2006/main" rot="0">
            <a:off x="2182495" y="5473065"/>
            <a:ext cx="8811895" cy="5207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50000"/>
              </a:lnSpc>
              <a:buNone/>
            </a:pPr>
            <a:r>
              <a:t>log1p(price) 后分布更平滑，可作为后续优化方向；本版模型以原始 price 做 MAE 验证。</a:t>
            </a:r>
          </a:p>
        </p:txBody>
      </p:sp>
      <p:sp>
        <p:nvSpPr>
          <p:cNvPr id="26" name="Rectangle: Rounded Corners 1">
            <a:extLst xmlns:a="http://schemas.openxmlformats.org/drawingml/2006/main">
              <a:ext uri="{FF2B5EF4-FFF2-40B4-BE49-F238E27FC236}">
                <a16:creationId xmlns:a16="http://schemas.microsoft.com/office/drawing/2014/main" id="{1F3C7314-FEB4-4780-9106-6A4D7291F16B}"/>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64760012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1B4DE0C2-80C8-481A-B2A6-E43634D8A2CE}"/>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B9786086-000A-45CE-8CD6-2A4054123ABF}"/>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a62d8285bbb346c3"/>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29E49ADE-69FC-419D-A765-221D427061F6}"/>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63153D03-3939-4F49-AA19-3A3B088B59A6}"/>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A72A8ECC-3641-4FAE-8F3F-D72F3EE38ECE}"/>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DCE4129A-FE64-410B-BC33-9FD0F5EE3AC0}"/>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A9D35F68-1BF7-4AEA-90EA-0BB5A43284F5}"/>
              </a:ext>
            </a:extLst>
          </p:cNvPr>
          <p:cNvSpPr>
            <a:spLocks xmlns:a="http://schemas.openxmlformats.org/drawingml/2006/main" noGrp="1"/>
          </p:cNvSpPr>
          <p:nvPr/>
        </p:nvSpPr>
        <p:spPr>
          <a:xfrm xmlns:a="http://schemas.openxmlformats.org/drawingml/2006/main" rot="0">
            <a:off x="1117622" y="1999891"/>
            <a:ext cx="21456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8</a:t>
            </a:r>
            <a:r>
              <a:rPr>
                <a:latin typeface="+mn-ea"/>
                <a:ea typeface="+mn-ea"/>
                <a:cs typeface="+mn-ea"/>
              </a:rPr>
              <a:t>）预测值分布分析</a:t>
            </a:r>
          </a:p>
        </p:txBody>
      </p:sp>
      <p:sp>
        <p:nvSpPr>
          <p:cNvPr id="24" name="圆角矩形 24">
            <a:extLst xmlns:a="http://schemas.openxmlformats.org/drawingml/2006/main">
              <a:ext uri="{FF2B5EF4-FFF2-40B4-BE49-F238E27FC236}">
                <a16:creationId xmlns:a16="http://schemas.microsoft.com/office/drawing/2014/main" id="{182EAC19-9608-47FF-9D02-C0299D471E92}"/>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查看偏离度和峰度</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1417359620d04945">
            <a:extLst>
              <a:ext uri="{96DAC541-7B7A-43D3-8B79-37D633B846F1}">
                <asvg:svgBlip xmlns:asvg="http://schemas.microsoft.com/office/drawing/2016/SVG/main" r:embed="Rb2977bf17c8d427c"/>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13E48969-4990-4A28-A94F-93E1CE62C661}"/>
              </a:ext>
            </a:extLst>
          </p:cNvPr>
          <p:cNvSpPr>
            <a:spLocks xmlns:a="http://schemas.openxmlformats.org/drawingml/2006/main" noGrp="1"/>
          </p:cNvSpPr>
          <p:nvPr/>
        </p:nvSpPr>
        <p:spPr>
          <a:xfrm xmlns:a="http://schemas.openxmlformats.org/drawingml/2006/main" rot="0">
            <a:off x="1540510" y="2642870"/>
            <a:ext cx="10151110" cy="5207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50000"/>
              </a:lnSpc>
              <a:buNone/>
            </a:pPr>
            <a:r>
              <a:t>偏度和峰度用于判断长尾与尖峰程度；本项目 price 呈明显右偏分布。</a:t>
            </a:r>
          </a:p>
        </p:txBody>
      </p:sp>
      <p:sp>
        <p:nvSpPr>
          <p:cNvPr id="31" name="TextBox 25">
            <a:extLst xmlns:a="http://schemas.openxmlformats.org/drawingml/2006/main">
              <a:ext uri="{FF2B5EF4-FFF2-40B4-BE49-F238E27FC236}">
                <a16:creationId xmlns:a16="http://schemas.microsoft.com/office/drawing/2014/main" id="{39C4424D-D959-45C0-AD89-6041ABE523D2}"/>
              </a:ext>
            </a:extLst>
          </p:cNvPr>
          <p:cNvSpPr>
            <a:spLocks xmlns:a="http://schemas.openxmlformats.org/drawingml/2006/main" noGrp="1"/>
          </p:cNvSpPr>
          <p:nvPr/>
        </p:nvSpPr>
        <p:spPr>
          <a:xfrm xmlns:a="http://schemas.openxmlformats.org/drawingml/2006/main" rot="0">
            <a:off x="1553210" y="3093720"/>
            <a:ext cx="10151110" cy="5207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50000"/>
              </a:lnSpc>
              <a:buNone/>
            </a:pPr>
            <a:r>
              <a:t>MAE 可解释为平均价格误差，适合作为二手车价格预测的主要评价指标。</a:t>
            </a:r>
          </a:p>
        </p:txBody>
      </p:sp>
      <p:pic>
        <p:nvPicPr>
          <p:cNvPr id="51" name="图片 31"/>
          <p:cNvPicPr>
            <a:picLocks xmlns:a="http://schemas.openxmlformats.org/drawingml/2006/main" noChangeAspect="1"/>
          </p:cNvPicPr>
          <p:nvPr/>
        </p:nvPicPr>
        <p:blipFill>
          <a:blip xmlns:r="http://schemas.openxmlformats.org/officeDocument/2006/relationships" xmlns:a="http://schemas.openxmlformats.org/drawingml/2006/main" r:embed="R426712c991ba4c84"/>
          <a:stretch xmlns:a="http://schemas.openxmlformats.org/drawingml/2006/main">
            <a:fillRect l="0" t="0" r="0" b="0"/>
          </a:stretch>
        </p:blipFill>
        <p:spPr>
          <a:xfrm xmlns:a="http://schemas.openxmlformats.org/drawingml/2006/main" rot="0" flipH="0" flipV="0">
            <a:off x="1673225" y="3880485"/>
            <a:ext cx="4411345" cy="1711960"/>
          </a:xfrm>
          <a:prstGeom xmlns:a="http://schemas.openxmlformats.org/drawingml/2006/main" prst="rect">
            <a:avLst/>
          </a:prstGeom>
        </p:spPr>
      </p:pic>
      <p:pic>
        <p:nvPicPr>
          <p:cNvPr id="52" name="图片 32"/>
          <p:cNvPicPr>
            <a:picLocks xmlns:a="http://schemas.openxmlformats.org/drawingml/2006/main" noChangeAspect="1"/>
          </p:cNvPicPr>
          <p:nvPr/>
        </p:nvPicPr>
        <p:blipFill>
          <a:blip xmlns:r="http://schemas.openxmlformats.org/officeDocument/2006/relationships" xmlns:a="http://schemas.openxmlformats.org/drawingml/2006/main" r:embed="R047bb6130de348f1"/>
          <a:stretch xmlns:a="http://schemas.openxmlformats.org/drawingml/2006/main">
            <a:fillRect l="0" t="0" r="0" b="0"/>
          </a:stretch>
        </p:blipFill>
        <p:spPr>
          <a:xfrm xmlns:a="http://schemas.openxmlformats.org/drawingml/2006/main" rot="0" flipH="0" flipV="0">
            <a:off x="6729730" y="3671570"/>
            <a:ext cx="3810000" cy="2468880"/>
          </a:xfrm>
          <a:prstGeom xmlns:a="http://schemas.openxmlformats.org/drawingml/2006/main" prst="rect">
            <a:avLst/>
          </a:prstGeom>
        </p:spPr>
      </p:pic>
      <p:sp>
        <p:nvSpPr>
          <p:cNvPr id="36" name="Rectangle: Rounded Corners 1">
            <a:extLst xmlns:a="http://schemas.openxmlformats.org/drawingml/2006/main">
              <a:ext uri="{FF2B5EF4-FFF2-40B4-BE49-F238E27FC236}">
                <a16:creationId xmlns:a16="http://schemas.microsoft.com/office/drawing/2014/main" id="{8D7B8CED-2E7D-40A3-8624-3203F0600BCD}"/>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93236861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3A513979-FFFC-4873-A8C5-75AB9049FD03}"/>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92E5C87F-53EB-4D30-AB07-89D51DCCB6B8}"/>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278f8a418b524162"/>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CC004676-F80F-41F5-BA15-E4FC890497EC}"/>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CA80B93C-9CAF-48A7-B87B-698C175782BF}"/>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D8A0A9F4-685D-4EE5-81C9-BD087012854C}"/>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B35B1001-614E-4300-8B6D-F604776A88B9}"/>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2DC39F39-C397-4E26-84B1-6479E2F1AEBB}"/>
              </a:ext>
            </a:extLst>
          </p:cNvPr>
          <p:cNvSpPr>
            <a:spLocks xmlns:a="http://schemas.openxmlformats.org/drawingml/2006/main" noGrp="1"/>
          </p:cNvSpPr>
          <p:nvPr/>
        </p:nvSpPr>
        <p:spPr>
          <a:xfrm xmlns:a="http://schemas.openxmlformats.org/drawingml/2006/main" rot="0">
            <a:off x="1117622" y="1999891"/>
            <a:ext cx="21456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9</a:t>
            </a:r>
            <a:r>
              <a:rPr>
                <a:latin typeface="+mn-ea"/>
                <a:ea typeface="+mn-ea"/>
                <a:cs typeface="+mn-ea"/>
              </a:rPr>
              <a:t>）非数值变量分析</a:t>
            </a:r>
          </a:p>
        </p:txBody>
      </p:sp>
      <p:sp>
        <p:nvSpPr>
          <p:cNvPr id="24" name="圆角矩形 24">
            <a:extLst xmlns:a="http://schemas.openxmlformats.org/drawingml/2006/main">
              <a:ext uri="{FF2B5EF4-FFF2-40B4-BE49-F238E27FC236}">
                <a16:creationId xmlns:a16="http://schemas.microsoft.com/office/drawing/2014/main" id="{E9172ABD-878A-4BBC-9A76-B454CEAA3CEA}"/>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查看非数值特征不同的值</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854b777f3e344f23">
            <a:extLst>
              <a:ext uri="{96DAC541-7B7A-43D3-8B79-37D633B846F1}">
                <asvg:svgBlip xmlns:asvg="http://schemas.microsoft.com/office/drawing/2016/SVG/main" r:embed="R48bfac1de40e45ab"/>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pic>
        <p:nvPicPr>
          <p:cNvPr id="49" name="图片 22"/>
          <p:cNvPicPr>
            <a:picLocks xmlns:a="http://schemas.openxmlformats.org/drawingml/2006/main" noChangeAspect="1"/>
          </p:cNvPicPr>
          <p:nvPr/>
        </p:nvPicPr>
        <p:blipFill>
          <a:blip xmlns:r="http://schemas.openxmlformats.org/officeDocument/2006/relationships" xmlns:a="http://schemas.openxmlformats.org/drawingml/2006/main" r:embed="R474a10c21ba947dd"/>
          <a:stretch xmlns:a="http://schemas.openxmlformats.org/drawingml/2006/main">
            <a:fillRect l="0" t="0" r="0" b="0"/>
          </a:stretch>
        </p:blipFill>
        <p:spPr>
          <a:xfrm xmlns:a="http://schemas.openxmlformats.org/drawingml/2006/main">
            <a:off x="1673225" y="2809240"/>
            <a:ext cx="8938260" cy="1276985"/>
          </a:xfrm>
          <a:prstGeom xmlns:a="http://schemas.openxmlformats.org/drawingml/2006/main" prst="rect">
            <a:avLst/>
          </a:prstGeom>
        </p:spPr>
      </p:pic>
      <p:pic>
        <p:nvPicPr>
          <p:cNvPr id="50" name="图片 28"/>
          <p:cNvPicPr>
            <a:picLocks xmlns:a="http://schemas.openxmlformats.org/drawingml/2006/main" noChangeAspect="1"/>
          </p:cNvPicPr>
          <p:nvPr/>
        </p:nvPicPr>
        <p:blipFill>
          <a:blip xmlns:r="http://schemas.openxmlformats.org/officeDocument/2006/relationships" xmlns:a="http://schemas.openxmlformats.org/drawingml/2006/main" r:embed="Re7847bb882ec4934"/>
          <a:stretch xmlns:a="http://schemas.openxmlformats.org/drawingml/2006/main">
            <a:fillRect l="0" t="0" r="0" b="0"/>
          </a:stretch>
        </p:blipFill>
        <p:spPr>
          <a:xfrm xmlns:a="http://schemas.openxmlformats.org/drawingml/2006/main">
            <a:off x="1673225" y="4194810"/>
            <a:ext cx="8937625" cy="1748790"/>
          </a:xfrm>
          <a:prstGeom xmlns:a="http://schemas.openxmlformats.org/drawingml/2006/main" prst="rect">
            <a:avLst/>
          </a:prstGeom>
        </p:spPr>
      </p:pic>
      <p:sp>
        <p:nvSpPr>
          <p:cNvPr id="32" name="Rectangle: Rounded Corners 1">
            <a:extLst xmlns:a="http://schemas.openxmlformats.org/drawingml/2006/main">
              <a:ext uri="{FF2B5EF4-FFF2-40B4-BE49-F238E27FC236}">
                <a16:creationId xmlns:a16="http://schemas.microsoft.com/office/drawing/2014/main" id="{7DF1C348-BC1D-4F64-B470-8B8C3F0306CD}"/>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59559254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769CCC66-9E58-44AD-B81A-D5547DB2BB92}"/>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33C2EF36-5849-4BEE-A578-13F8E12AE020}"/>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eb48aff0046c41b0"/>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9AF49F21-E98D-4DB2-A9F2-8E06EB590A57}"/>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D72A37C1-C5AE-4292-8A8B-24890B925FE2}"/>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740F5231-21A1-4DE7-BE77-0E3A48BBCEAA}"/>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579F1654-436C-4082-B09F-EC46BCF16220}"/>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C4E15914-42C0-4203-9E63-5084DEC4DFD8}"/>
              </a:ext>
            </a:extLst>
          </p:cNvPr>
          <p:cNvSpPr>
            <a:spLocks xmlns:a="http://schemas.openxmlformats.org/drawingml/2006/main" noGrp="1"/>
          </p:cNvSpPr>
          <p:nvPr/>
        </p:nvSpPr>
        <p:spPr>
          <a:xfrm xmlns:a="http://schemas.openxmlformats.org/drawingml/2006/main" rot="0">
            <a:off x="1117622" y="1999891"/>
            <a:ext cx="21456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9</a:t>
            </a:r>
            <a:r>
              <a:rPr>
                <a:latin typeface="+mn-ea"/>
                <a:ea typeface="+mn-ea"/>
                <a:cs typeface="+mn-ea"/>
              </a:rPr>
              <a:t>）非数值变量分析</a:t>
            </a:r>
          </a:p>
        </p:txBody>
      </p:sp>
      <p:sp>
        <p:nvSpPr>
          <p:cNvPr id="24" name="圆角矩形 24">
            <a:extLst xmlns:a="http://schemas.openxmlformats.org/drawingml/2006/main">
              <a:ext uri="{FF2B5EF4-FFF2-40B4-BE49-F238E27FC236}">
                <a16:creationId xmlns:a16="http://schemas.microsoft.com/office/drawing/2014/main" id="{4D5E7371-3483-4287-A374-5224D0E0104A}"/>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类别特征可视化分析</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04d694163d7045b5">
            <a:extLst>
              <a:ext uri="{96DAC541-7B7A-43D3-8B79-37D633B846F1}">
                <asvg:svgBlip xmlns:asvg="http://schemas.microsoft.com/office/drawing/2016/SVG/main" r:embed="Rcddbbb8fa4eb47b6"/>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pic>
        <p:nvPicPr>
          <p:cNvPr id="49" name="图片 2"/>
          <p:cNvPicPr>
            <a:picLocks xmlns:a="http://schemas.openxmlformats.org/drawingml/2006/main" noChangeAspect="1"/>
          </p:cNvPicPr>
          <p:nvPr/>
        </p:nvPicPr>
        <p:blipFill>
          <a:blip xmlns:r="http://schemas.openxmlformats.org/officeDocument/2006/relationships" xmlns:a="http://schemas.openxmlformats.org/drawingml/2006/main" r:embed="R79cce790d4bd473a"/>
          <a:srcRect xmlns:a="http://schemas.openxmlformats.org/drawingml/2006/main" l="-1025" t="39378" r="0" b="0"/>
          <a:stretch xmlns:a="http://schemas.openxmlformats.org/drawingml/2006/main">
            <a:fillRect l="0" t="0" r="0" b="0"/>
          </a:stretch>
        </p:blipFill>
        <p:spPr>
          <a:xfrm xmlns:a="http://schemas.openxmlformats.org/drawingml/2006/main" rot="0" flipH="0" flipV="0">
            <a:off x="2422525" y="3324225"/>
            <a:ext cx="7850505" cy="2689860"/>
          </a:xfrm>
          <a:prstGeom xmlns:a="http://schemas.openxmlformats.org/drawingml/2006/main" prst="rect">
            <a:avLst/>
          </a:prstGeom>
        </p:spPr>
      </p:pic>
      <p:pic>
        <p:nvPicPr>
          <p:cNvPr id="50" name="图片 25"/>
          <p:cNvPicPr>
            <a:picLocks xmlns:a="http://schemas.openxmlformats.org/drawingml/2006/main" noChangeAspect="1"/>
          </p:cNvPicPr>
          <p:nvPr/>
        </p:nvPicPr>
        <p:blipFill>
          <a:blip xmlns:r="http://schemas.openxmlformats.org/officeDocument/2006/relationships" xmlns:a="http://schemas.openxmlformats.org/drawingml/2006/main" r:embed="R173cd57036334b74"/>
          <a:stretch xmlns:a="http://schemas.openxmlformats.org/drawingml/2006/main">
            <a:fillRect l="0" t="0" r="0" b="0"/>
          </a:stretch>
        </p:blipFill>
        <p:spPr>
          <a:xfrm xmlns:a="http://schemas.openxmlformats.org/drawingml/2006/main" rot="0" flipH="0" flipV="0">
            <a:off x="2491740" y="2577465"/>
            <a:ext cx="5140960" cy="669290"/>
          </a:xfrm>
          <a:prstGeom xmlns:a="http://schemas.openxmlformats.org/drawingml/2006/main" prst="rect">
            <a:avLst/>
          </a:prstGeom>
        </p:spPr>
      </p:pic>
      <p:sp>
        <p:nvSpPr>
          <p:cNvPr id="28" name="Rectangle: Rounded Corners 1">
            <a:extLst xmlns:a="http://schemas.openxmlformats.org/drawingml/2006/main">
              <a:ext uri="{FF2B5EF4-FFF2-40B4-BE49-F238E27FC236}">
                <a16:creationId xmlns:a16="http://schemas.microsoft.com/office/drawing/2014/main" id="{F1653533-AB8A-40FF-9D08-8DFFD081463F}"/>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35789069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DA921FBB-9DF6-408B-965C-D21184441497}"/>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E841B4C9-51BA-4BB7-8594-09F08657562C}"/>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a8fbb7c73b9a4acc"/>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AD8FC5CC-C661-45F1-9ED4-CE4C568BDB10}"/>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798A153F-6F3A-40E2-B260-D21B65371CEA}"/>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1DF7F4CD-1E10-4ED2-AAEF-2EC31E1C7D3A}"/>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F783051F-EA9A-410C-8F1C-6054DDE0D9B3}"/>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FDF0135E-5E44-4548-AE1E-8E5FE9B2A953}"/>
              </a:ext>
            </a:extLst>
          </p:cNvPr>
          <p:cNvSpPr>
            <a:spLocks xmlns:a="http://schemas.openxmlformats.org/drawingml/2006/main" noGrp="1"/>
          </p:cNvSpPr>
          <p:nvPr/>
        </p:nvSpPr>
        <p:spPr>
          <a:xfrm xmlns:a="http://schemas.openxmlformats.org/drawingml/2006/main" rot="0">
            <a:off x="1117622" y="1999891"/>
            <a:ext cx="214566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9</a:t>
            </a:r>
            <a:r>
              <a:rPr>
                <a:latin typeface="+mn-ea"/>
                <a:ea typeface="+mn-ea"/>
                <a:cs typeface="+mn-ea"/>
              </a:rPr>
              <a:t>）非数值变量分析</a:t>
            </a:r>
          </a:p>
        </p:txBody>
      </p:sp>
      <p:sp>
        <p:nvSpPr>
          <p:cNvPr id="24" name="圆角矩形 24">
            <a:extLst xmlns:a="http://schemas.openxmlformats.org/drawingml/2006/main">
              <a:ext uri="{FF2B5EF4-FFF2-40B4-BE49-F238E27FC236}">
                <a16:creationId xmlns:a16="http://schemas.microsoft.com/office/drawing/2014/main" id="{6CCF3609-4EF0-41E2-8C52-98DD1699453C}"/>
              </a:ext>
            </a:extLst>
          </p:cNvPr>
          <p:cNvSpPr>
            <a:spLocks xmlns:a="http://schemas.openxmlformats.org/drawingml/2006/main" noGrp="1"/>
          </p:cNvSpPr>
          <p:nvPr/>
        </p:nvSpPr>
        <p:spPr>
          <a:xfrm xmlns:a="http://schemas.openxmlformats.org/drawingml/2006/main" rot="0">
            <a:off x="4622800" y="1902460"/>
            <a:ext cx="4061460"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类别特征可视化分析</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2fbe328c61cd43c4">
            <a:extLst>
              <a:ext uri="{96DAC541-7B7A-43D3-8B79-37D633B846F1}">
                <asvg:svgBlip xmlns:asvg="http://schemas.microsoft.com/office/drawing/2016/SVG/main" r:embed="Rb92fdd6c75884a84"/>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pic>
        <p:nvPicPr>
          <p:cNvPr id="49" name="图片 27"/>
          <p:cNvPicPr>
            <a:picLocks xmlns:a="http://schemas.openxmlformats.org/drawingml/2006/main" noChangeAspect="1"/>
          </p:cNvPicPr>
          <p:nvPr/>
        </p:nvPicPr>
        <p:blipFill>
          <a:blip xmlns:r="http://schemas.openxmlformats.org/officeDocument/2006/relationships" xmlns:a="http://schemas.openxmlformats.org/drawingml/2006/main" r:embed="Rca8d2ad0af1d45c2"/>
          <a:stretch xmlns:a="http://schemas.openxmlformats.org/drawingml/2006/main">
            <a:fillRect l="0" t="0" r="0" b="0"/>
          </a:stretch>
        </p:blipFill>
        <p:spPr>
          <a:xfrm xmlns:a="http://schemas.openxmlformats.org/drawingml/2006/main" rot="0" flipH="0" flipV="0">
            <a:off x="920750" y="2840355"/>
            <a:ext cx="5288280" cy="2761615"/>
          </a:xfrm>
          <a:prstGeom xmlns:a="http://schemas.openxmlformats.org/drawingml/2006/main" prst="rect">
            <a:avLst/>
          </a:prstGeom>
        </p:spPr>
      </p:pic>
      <p:pic>
        <p:nvPicPr>
          <p:cNvPr id="50" name="图片 28"/>
          <p:cNvPicPr>
            <a:picLocks xmlns:a="http://schemas.openxmlformats.org/drawingml/2006/main" noChangeAspect="1"/>
          </p:cNvPicPr>
          <p:nvPr/>
        </p:nvPicPr>
        <p:blipFill>
          <a:blip xmlns:r="http://schemas.openxmlformats.org/officeDocument/2006/relationships" xmlns:a="http://schemas.openxmlformats.org/drawingml/2006/main" r:embed="R4d99a533322b4381"/>
          <a:stretch xmlns:a="http://schemas.openxmlformats.org/drawingml/2006/main">
            <a:fillRect l="0" t="0" r="0" b="0"/>
          </a:stretch>
        </p:blipFill>
        <p:spPr>
          <a:xfrm xmlns:a="http://schemas.openxmlformats.org/drawingml/2006/main" rot="0" flipH="0" flipV="0">
            <a:off x="6209665" y="2892425"/>
            <a:ext cx="5431790" cy="2842895"/>
          </a:xfrm>
          <a:prstGeom xmlns:a="http://schemas.openxmlformats.org/drawingml/2006/main" prst="rect">
            <a:avLst/>
          </a:prstGeom>
        </p:spPr>
      </p:pic>
      <p:sp>
        <p:nvSpPr>
          <p:cNvPr id="33" name="Rectangle: Rounded Corners 1">
            <a:extLst xmlns:a="http://schemas.openxmlformats.org/drawingml/2006/main">
              <a:ext uri="{FF2B5EF4-FFF2-40B4-BE49-F238E27FC236}">
                <a16:creationId xmlns:a16="http://schemas.microsoft.com/office/drawing/2014/main" id="{A8A8FAC8-7404-4376-A788-D47AC3134841}"/>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08724324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83C6A176-798C-466B-87A9-9912A0860264}"/>
              </a:ext>
            </a:extLst>
          </p:cNvPr>
          <p:cNvSpPr>
            <a:spLocks xmlns:a="http://schemas.openxmlformats.org/drawingml/2006/main" noGrp="1"/>
          </p:cNvSpPr>
          <p:nvPr/>
        </p:nvSpPr>
        <p:spPr>
          <a:xfrm xmlns:a="http://schemas.openxmlformats.org/drawingml/2006/main">
            <a:off x="802640" y="1550035"/>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3828FA8E-B999-45E0-8950-79812551C073}"/>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59a1128c17e6476e"/>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E9E7438E-B479-44BD-A188-6AB2905AF146}"/>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9D44A5AC-946C-4B77-AFFC-463B728E14CD}"/>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0B1B354D-3145-4B7E-8594-4C0E3FE728FD}"/>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B9728276-3022-4648-829C-C6A15EC3637B}"/>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9CFCB1B9-F1AB-401B-BA12-611A538B5BF6}"/>
              </a:ext>
            </a:extLst>
          </p:cNvPr>
          <p:cNvSpPr>
            <a:spLocks xmlns:a="http://schemas.openxmlformats.org/drawingml/2006/main" noGrp="1"/>
          </p:cNvSpPr>
          <p:nvPr/>
        </p:nvSpPr>
        <p:spPr>
          <a:xfrm xmlns:a="http://schemas.openxmlformats.org/drawingml/2006/main" rot="0">
            <a:off x="1117622" y="1999891"/>
            <a:ext cx="20510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10</a:t>
            </a:r>
            <a:r>
              <a:rPr>
                <a:latin typeface="+mn-ea"/>
                <a:ea typeface="+mn-ea"/>
                <a:cs typeface="+mn-ea"/>
              </a:rPr>
              <a:t>）数值特征分析</a:t>
            </a:r>
          </a:p>
        </p:txBody>
      </p:sp>
      <p:sp>
        <p:nvSpPr>
          <p:cNvPr id="24" name="圆角矩形 24">
            <a:extLst xmlns:a="http://schemas.openxmlformats.org/drawingml/2006/main">
              <a:ext uri="{FF2B5EF4-FFF2-40B4-BE49-F238E27FC236}">
                <a16:creationId xmlns:a16="http://schemas.microsoft.com/office/drawing/2014/main" id="{514AA8D7-3F52-44BE-97DE-C2FACB4C27C2}"/>
              </a:ext>
            </a:extLst>
          </p:cNvPr>
          <p:cNvSpPr>
            <a:spLocks xmlns:a="http://schemas.openxmlformats.org/drawingml/2006/main" noGrp="1"/>
          </p:cNvSpPr>
          <p:nvPr/>
        </p:nvSpPr>
        <p:spPr>
          <a:xfrm xmlns:a="http://schemas.openxmlformats.org/drawingml/2006/main" rot="0">
            <a:off x="4622800" y="1902460"/>
            <a:ext cx="4844415"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分析数值特征与预测值相关性</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d7e4ade0a3ab4b8e">
            <a:extLst>
              <a:ext uri="{96DAC541-7B7A-43D3-8B79-37D633B846F1}">
                <asvg:svgBlip xmlns:asvg="http://schemas.microsoft.com/office/drawing/2016/SVG/main" r:embed="Rb6b18b51cc0d4669"/>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sp>
        <p:nvSpPr>
          <p:cNvPr id="28" name="文本框 27">
            <a:extLst xmlns:a="http://schemas.openxmlformats.org/drawingml/2006/main">
              <a:ext uri="{FF2B5EF4-FFF2-40B4-BE49-F238E27FC236}">
                <a16:creationId xmlns:a16="http://schemas.microsoft.com/office/drawing/2014/main" id="{B24DCE15-3005-44F9-ADAF-617C0C9B9E97}"/>
              </a:ext>
            </a:extLst>
          </p:cNvPr>
          <p:cNvSpPr>
            <a:spLocks xmlns:a="http://schemas.openxmlformats.org/drawingml/2006/main" noGrp="1"/>
          </p:cNvSpPr>
          <p:nvPr/>
        </p:nvSpPr>
        <p:spPr>
          <a:xfrm xmlns:a="http://schemas.openxmlformats.org/drawingml/2006/main">
            <a:off x="1321435" y="3243580"/>
            <a:ext cx="3704590" cy="1938020"/>
          </a:xfrm>
          <a:prstGeom xmlns:a="http://schemas.openxmlformats.org/drawingml/2006/main" prst="rect">
            <a:avLst/>
          </a:prstGeom>
          <a:noFill xmlns:a="http://schemas.openxmlformats.org/drawingml/2006/main"/>
          <a:ln xmlns:a="http://schemas.openxmlformats.org/drawingml/2006/main" w="19050">
            <a:noFill/>
          </a:l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600" b="1">
                <a:solidFill>
                  <a:srgbClr val="FF0000"/>
                </a:solidFill>
              </a:rPr>
              <a:t>通过相关性分析定位匿名特征和车辆属性中的强信号变量，为后续随机森林特征重要性分析提供依据。</a:t>
            </a:r>
          </a:p>
        </p:txBody>
      </p:sp>
      <p:pic>
        <p:nvPicPr>
          <p:cNvPr id="50" name="图片 25"/>
          <p:cNvPicPr>
            <a:picLocks xmlns:a="http://schemas.openxmlformats.org/drawingml/2006/main" noChangeAspect="1"/>
          </p:cNvPicPr>
          <p:nvPr/>
        </p:nvPicPr>
        <p:blipFill>
          <a:blip xmlns:r="http://schemas.openxmlformats.org/officeDocument/2006/relationships" xmlns:a="http://schemas.openxmlformats.org/drawingml/2006/main" r:embed="R52fe6da73dd74159"/>
          <a:stretch xmlns:a="http://schemas.openxmlformats.org/drawingml/2006/main">
            <a:fillRect l="0" t="0" r="0" b="0"/>
          </a:stretch>
        </p:blipFill>
        <p:spPr>
          <a:xfrm xmlns:a="http://schemas.openxmlformats.org/drawingml/2006/main" rot="0" flipH="0" flipV="0">
            <a:off x="5237480" y="2733040"/>
            <a:ext cx="6192520" cy="1094740"/>
          </a:xfrm>
          <a:prstGeom xmlns:a="http://schemas.openxmlformats.org/drawingml/2006/main" prst="rect">
            <a:avLst/>
          </a:prstGeom>
        </p:spPr>
      </p:pic>
      <p:pic>
        <p:nvPicPr>
          <p:cNvPr id="51" name="图片 30"/>
          <p:cNvPicPr>
            <a:picLocks xmlns:a="http://schemas.openxmlformats.org/drawingml/2006/main" noChangeAspect="1"/>
          </p:cNvPicPr>
          <p:nvPr/>
        </p:nvPicPr>
        <p:blipFill>
          <a:blip xmlns:r="http://schemas.openxmlformats.org/officeDocument/2006/relationships" xmlns:a="http://schemas.openxmlformats.org/drawingml/2006/main" r:embed="R8d53e58ffe4a4f5e"/>
          <a:stretch xmlns:a="http://schemas.openxmlformats.org/drawingml/2006/main">
            <a:fillRect l="0" t="0" r="0" b="0"/>
          </a:stretch>
        </p:blipFill>
        <p:spPr>
          <a:xfrm xmlns:a="http://schemas.openxmlformats.org/drawingml/2006/main" rot="0" flipH="0" flipV="0">
            <a:off x="5746115" y="3850640"/>
            <a:ext cx="2012950" cy="1907540"/>
          </a:xfrm>
          <a:prstGeom xmlns:a="http://schemas.openxmlformats.org/drawingml/2006/main" prst="rect">
            <a:avLst/>
          </a:prstGeom>
        </p:spPr>
      </p:pic>
      <p:pic>
        <p:nvPicPr>
          <p:cNvPr id="52" name="图片 31"/>
          <p:cNvPicPr>
            <a:picLocks xmlns:a="http://schemas.openxmlformats.org/drawingml/2006/main" noChangeAspect="1"/>
          </p:cNvPicPr>
          <p:nvPr/>
        </p:nvPicPr>
        <p:blipFill>
          <a:blip xmlns:r="http://schemas.openxmlformats.org/officeDocument/2006/relationships" xmlns:a="http://schemas.openxmlformats.org/drawingml/2006/main" r:embed="Ra5eaee4027364091"/>
          <a:stretch xmlns:a="http://schemas.openxmlformats.org/drawingml/2006/main">
            <a:fillRect l="0" t="0" r="0" b="0"/>
          </a:stretch>
        </p:blipFill>
        <p:spPr>
          <a:xfrm xmlns:a="http://schemas.openxmlformats.org/drawingml/2006/main" rot="0" flipH="0" flipV="0">
            <a:off x="8319770" y="4061460"/>
            <a:ext cx="2218690" cy="1696720"/>
          </a:xfrm>
          <a:prstGeom xmlns:a="http://schemas.openxmlformats.org/drawingml/2006/main" prst="rect">
            <a:avLst/>
          </a:prstGeom>
        </p:spPr>
      </p:pic>
      <p:sp>
        <p:nvSpPr>
          <p:cNvPr id="34" name="Rectangle: Rounded Corners 1">
            <a:extLst xmlns:a="http://schemas.openxmlformats.org/drawingml/2006/main">
              <a:ext uri="{FF2B5EF4-FFF2-40B4-BE49-F238E27FC236}">
                <a16:creationId xmlns:a16="http://schemas.microsoft.com/office/drawing/2014/main" id="{82B9E396-1D2F-4E17-9C21-48CA4A296C7A}"/>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201990741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5805581A-3300-46DE-B92A-465148ACB296}"/>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B4EEA2D1-B6F5-40BC-976E-223F1284749D}"/>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fd25dc65f4ed4327"/>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DF20A640-3602-44E0-AD19-BC79CABC7BB1}"/>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0DC5CC96-653A-499E-AAE0-9A00384209A1}"/>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8375AE39-BE9A-444F-A135-7228596010E8}"/>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A1D35DC2-987B-4678-91A4-2E296D7D646E}"/>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53F8EF4C-272F-4F50-BFBE-AE88F33D66ED}"/>
              </a:ext>
            </a:extLst>
          </p:cNvPr>
          <p:cNvSpPr>
            <a:spLocks xmlns:a="http://schemas.openxmlformats.org/drawingml/2006/main" noGrp="1"/>
          </p:cNvSpPr>
          <p:nvPr/>
        </p:nvSpPr>
        <p:spPr>
          <a:xfrm xmlns:a="http://schemas.openxmlformats.org/drawingml/2006/main" rot="0">
            <a:off x="1117622" y="1999891"/>
            <a:ext cx="20510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10</a:t>
            </a:r>
            <a:r>
              <a:rPr>
                <a:latin typeface="+mn-ea"/>
                <a:ea typeface="+mn-ea"/>
                <a:cs typeface="+mn-ea"/>
              </a:rPr>
              <a:t>）数值特征分析</a:t>
            </a:r>
          </a:p>
        </p:txBody>
      </p:sp>
      <p:sp>
        <p:nvSpPr>
          <p:cNvPr id="24" name="圆角矩形 24">
            <a:extLst xmlns:a="http://schemas.openxmlformats.org/drawingml/2006/main">
              <a:ext uri="{FF2B5EF4-FFF2-40B4-BE49-F238E27FC236}">
                <a16:creationId xmlns:a16="http://schemas.microsoft.com/office/drawing/2014/main" id="{21221C10-DD77-40BB-8511-B164B614105A}"/>
              </a:ext>
            </a:extLst>
          </p:cNvPr>
          <p:cNvSpPr>
            <a:spLocks xmlns:a="http://schemas.openxmlformats.org/drawingml/2006/main" noGrp="1"/>
          </p:cNvSpPr>
          <p:nvPr/>
        </p:nvSpPr>
        <p:spPr>
          <a:xfrm xmlns:a="http://schemas.openxmlformats.org/drawingml/2006/main" rot="0">
            <a:off x="4622800" y="1902460"/>
            <a:ext cx="4844415" cy="596900"/>
          </a:xfrm>
          <a:prstGeom xmlns:a="http://schemas.openxmlformats.org/drawingml/2006/main" prst="roundRect">
            <a:avLst/>
          </a:prstGeom>
          <a:solidFill xmlns:a="http://schemas.openxmlformats.org/drawingml/2006/main">
            <a:schemeClr val="accent5">
              <a:lumMod val="60000"/>
              <a:lumOff val="40000"/>
            </a:schemeClr>
          </a:solidFill>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tx1"/>
                </a:solidFill>
                <a:latin typeface="-apple-system"/>
                <a:ea typeface="-apple-system"/>
                <a:cs typeface="-apple-system"/>
              </a:rPr>
              <a:t>提示</a:t>
            </a:r>
            <a:r>
              <a:rPr>
                <a:solidFill>
                  <a:schemeClr val="tx1"/>
                </a:solidFill>
                <a:latin typeface="-apple-system"/>
                <a:ea typeface="-apple-system"/>
                <a:cs typeface="-apple-system"/>
              </a:rPr>
              <a:t> </a:t>
            </a:r>
            <a:r>
              <a:rPr>
                <a:solidFill>
                  <a:schemeClr val="tx1"/>
                </a:solidFill>
              </a:rPr>
              <a:t>|   </a:t>
            </a:r>
            <a:r>
              <a:rPr>
                <a:solidFill>
                  <a:schemeClr val="tx1"/>
                </a:solidFill>
              </a:rPr>
              <a:t>相关性可视化</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652bcb6190834036">
            <a:extLst>
              <a:ext uri="{96DAC541-7B7A-43D3-8B79-37D633B846F1}">
                <asvg:svgBlip xmlns:asvg="http://schemas.microsoft.com/office/drawing/2016/SVG/main" r:embed="R64285503db1a4f7e"/>
              </a:ext>
            </a:extLst>
          </a:blip>
          <a:stretch xmlns:a="http://schemas.openxmlformats.org/drawingml/2006/main">
            <a:fillRect l="0" t="0" r="0" b="0"/>
          </a:stretch>
        </p:blipFill>
        <p:spPr>
          <a:xfrm xmlns:a="http://schemas.openxmlformats.org/drawingml/2006/main" rot="0" flipH="0" flipV="0">
            <a:off x="4048760" y="1969135"/>
            <a:ext cx="462915" cy="462915"/>
          </a:xfrm>
          <a:prstGeom xmlns:a="http://schemas.openxmlformats.org/drawingml/2006/main" prst="rect">
            <a:avLst/>
          </a:prstGeom>
        </p:spPr>
      </p:pic>
      <p:pic>
        <p:nvPicPr>
          <p:cNvPr id="49" name="图片 2"/>
          <p:cNvPicPr>
            <a:picLocks xmlns:a="http://schemas.openxmlformats.org/drawingml/2006/main" noChangeAspect="1"/>
          </p:cNvPicPr>
          <p:nvPr/>
        </p:nvPicPr>
        <p:blipFill>
          <a:blip xmlns:r="http://schemas.openxmlformats.org/officeDocument/2006/relationships" xmlns:a="http://schemas.openxmlformats.org/drawingml/2006/main" r:embed="Rcc7f18d00fcd49ec"/>
          <a:stretch xmlns:a="http://schemas.openxmlformats.org/drawingml/2006/main">
            <a:fillRect l="0" t="0" r="0" b="0"/>
          </a:stretch>
        </p:blipFill>
        <p:spPr>
          <a:xfrm xmlns:a="http://schemas.openxmlformats.org/drawingml/2006/main" rot="0" flipH="0" flipV="0">
            <a:off x="1108075" y="3483610"/>
            <a:ext cx="6097905" cy="1239520"/>
          </a:xfrm>
          <a:prstGeom xmlns:a="http://schemas.openxmlformats.org/drawingml/2006/main" prst="rect">
            <a:avLst/>
          </a:prstGeom>
        </p:spPr>
      </p:pic>
      <p:pic>
        <p:nvPicPr>
          <p:cNvPr id="50" name="图片 22"/>
          <p:cNvPicPr>
            <a:picLocks xmlns:a="http://schemas.openxmlformats.org/drawingml/2006/main" noChangeAspect="1"/>
          </p:cNvPicPr>
          <p:nvPr/>
        </p:nvPicPr>
        <p:blipFill>
          <a:blip xmlns:r="http://schemas.openxmlformats.org/officeDocument/2006/relationships" xmlns:a="http://schemas.openxmlformats.org/drawingml/2006/main" r:embed="R8b1632a76820405c"/>
          <a:stretch xmlns:a="http://schemas.openxmlformats.org/drawingml/2006/main">
            <a:fillRect l="0" t="0" r="0" b="0"/>
          </a:stretch>
        </p:blipFill>
        <p:spPr>
          <a:xfrm xmlns:a="http://schemas.openxmlformats.org/drawingml/2006/main" rot="0" flipH="0" flipV="0">
            <a:off x="7398385" y="2517775"/>
            <a:ext cx="4020820" cy="3628390"/>
          </a:xfrm>
          <a:prstGeom xmlns:a="http://schemas.openxmlformats.org/drawingml/2006/main" prst="rect">
            <a:avLst/>
          </a:prstGeom>
        </p:spPr>
      </p:pic>
      <p:sp>
        <p:nvSpPr>
          <p:cNvPr id="34" name="Rectangle: Rounded Corners 1">
            <a:extLst xmlns:a="http://schemas.openxmlformats.org/drawingml/2006/main">
              <a:ext uri="{FF2B5EF4-FFF2-40B4-BE49-F238E27FC236}">
                <a16:creationId xmlns:a16="http://schemas.microsoft.com/office/drawing/2014/main" id="{5C4AC7F1-DFC5-45B1-8795-226035346BB9}"/>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207265754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 name="直接连接符 4">
            <a:extLst xmlns:a="http://schemas.openxmlformats.org/drawingml/2006/main">
              <a:ext uri="{FF2B5EF4-FFF2-40B4-BE49-F238E27FC236}">
                <a16:creationId xmlns:a16="http://schemas.microsoft.com/office/drawing/2014/main" id="{655DE27C-5113-4D5D-ACD9-C6471A788794}"/>
              </a:ext>
            </a:extLst>
          </p:cNvPr>
          <p:cNvSpPr>
            <a:spLocks xmlns:a="http://schemas.openxmlformats.org/drawingml/2006/main" noGrp="1"/>
          </p:cNvSpPr>
          <p:nvPr/>
        </p:nvSpPr>
        <p:spPr>
          <a:xfrm xmlns:a="http://schemas.openxmlformats.org/drawingml/2006/main" flipV="1">
            <a:off x="6450013" y="3268980"/>
            <a:ext cx="5575935" cy="20320"/>
          </a:xfrm>
          <a:prstGeom xmlns:a="http://schemas.openxmlformats.org/drawingml/2006/main" prst="line">
            <a:avLst/>
          </a:prstGeom>
          <a:ln xmlns:a="http://schemas.openxmlformats.org/drawingml/2006/main" w="76200">
            <a:solidFill>
              <a:srgbClr val="1F557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矩形 22">
            <a:extLst xmlns:a="http://schemas.openxmlformats.org/drawingml/2006/main">
              <a:ext uri="{FF2B5EF4-FFF2-40B4-BE49-F238E27FC236}">
                <a16:creationId xmlns:a16="http://schemas.microsoft.com/office/drawing/2014/main" id="{BFDB2A79-2FCC-4B09-A9C2-A336306203AF}"/>
              </a:ext>
            </a:extLst>
          </p:cNvPr>
          <p:cNvSpPr>
            <a:spLocks xmlns:a="http://schemas.openxmlformats.org/drawingml/2006/main" noGrp="1"/>
          </p:cNvSpPr>
          <p:nvPr/>
        </p:nvSpPr>
        <p:spPr>
          <a:xfrm xmlns:a="http://schemas.openxmlformats.org/drawingml/2006/main">
            <a:off x="6450330" y="3465830"/>
            <a:ext cx="5594350" cy="1210945"/>
          </a:xfrm>
          <a:prstGeom xmlns:a="http://schemas.openxmlformats.org/drawingml/2006/main" prst="rect">
            <a:avLst/>
          </a:prstGeom>
          <a:solidFill xmlns:a="http://schemas.openxmlformats.org/drawingml/2006/main">
            <a:srgbClr val="84ADC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6" name="文本框 5">
            <a:extLst xmlns:a="http://schemas.openxmlformats.org/drawingml/2006/main">
              <a:ext uri="{FF2B5EF4-FFF2-40B4-BE49-F238E27FC236}">
                <a16:creationId xmlns:a16="http://schemas.microsoft.com/office/drawing/2014/main" id="{8B364486-22F2-4D22-A1A8-5A584B20B3B7}"/>
              </a:ext>
            </a:extLst>
          </p:cNvPr>
          <p:cNvSpPr>
            <a:spLocks xmlns:a="http://schemas.openxmlformats.org/drawingml/2006/main" noGrp="1"/>
          </p:cNvSpPr>
          <p:nvPr/>
        </p:nvSpPr>
        <p:spPr>
          <a:xfrm xmlns:a="http://schemas.openxmlformats.org/drawingml/2006/main">
            <a:off x="6480493" y="3734802"/>
            <a:ext cx="554545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spcBef>
                <a:spcPts val="0"/>
              </a:spcBef>
              <a:spcAft>
                <a:spcPts val="0"/>
              </a:spcAft>
              <a:buNone/>
            </a:pPr>
            <a:r>
              <a:rPr sz="2000" b="1">
                <a:solidFill>
                  <a:schemeClr val="bg1"/>
                </a:solidFill>
                <a:latin typeface="+mn-lt"/>
                <a:ea typeface="+mn-lt"/>
                <a:cs typeface="+mn-lt"/>
              </a:rPr>
              <a:t>将数据清洗、异常处理与特征构造封装为可复用流程。</a:t>
            </a:r>
          </a:p>
        </p:txBody>
      </p:sp>
      <p:sp>
        <p:nvSpPr>
          <p:cNvPr id="26" name="文本框 25">
            <a:extLst xmlns:a="http://schemas.openxmlformats.org/drawingml/2006/main">
              <a:ext uri="{FF2B5EF4-FFF2-40B4-BE49-F238E27FC236}">
                <a16:creationId xmlns:a16="http://schemas.microsoft.com/office/drawing/2014/main" id="{CC1B6995-CB65-48C6-BB8A-8711CF995D89}"/>
              </a:ext>
            </a:extLst>
          </p:cNvPr>
          <p:cNvSpPr>
            <a:spLocks xmlns:a="http://schemas.openxmlformats.org/drawingml/2006/main" noGrp="1"/>
          </p:cNvSpPr>
          <p:nvPr/>
        </p:nvSpPr>
        <p:spPr>
          <a:xfrm xmlns:a="http://schemas.openxmlformats.org/drawingml/2006/main">
            <a:off x="6324600" y="2341880"/>
            <a:ext cx="60013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50000"/>
              </a:lnSpc>
              <a:spcBef>
                <a:spcPts val="0"/>
              </a:spcBef>
              <a:spcAft>
                <a:spcPts val="0"/>
              </a:spcAft>
              <a:buNone/>
            </a:pPr>
            <a:r>
              <a:rPr sz="3600" b="1">
                <a:solidFill>
                  <a:schemeClr val="tx1"/>
                </a:solidFill>
                <a:latin typeface="+mn-lt"/>
                <a:ea typeface="+mn-lt"/>
                <a:cs typeface="+mn-lt"/>
              </a:rPr>
              <a:t>数据特征预处理</a:t>
            </a:r>
          </a:p>
        </p:txBody>
      </p:sp>
      <p:sp>
        <p:nvSpPr>
          <p:cNvPr id="3" name="椭圆 2">
            <a:extLst xmlns:a="http://schemas.openxmlformats.org/drawingml/2006/main">
              <a:ext uri="{FF2B5EF4-FFF2-40B4-BE49-F238E27FC236}">
                <a16:creationId xmlns:a16="http://schemas.microsoft.com/office/drawing/2014/main" id="{11990A0D-F287-4FE3-87F8-3CCFCAF80FB3}"/>
              </a:ext>
            </a:extLst>
          </p:cNvPr>
          <p:cNvSpPr>
            <a:spLocks xmlns:a="http://schemas.openxmlformats.org/drawingml/2006/main" noGrp="1"/>
          </p:cNvSpPr>
          <p:nvPr/>
        </p:nvSpPr>
        <p:spPr>
          <a:xfrm xmlns:a="http://schemas.openxmlformats.org/drawingml/2006/main">
            <a:off x="2319338" y="1179513"/>
            <a:ext cx="3973512" cy="3973512"/>
          </a:xfrm>
          <a:prstGeom xmlns:a="http://schemas.openxmlformats.org/drawingml/2006/main" prst="ellipse">
            <a:avLst/>
          </a:prstGeom>
          <a:noFill xmlns:a="http://schemas.openxmlformats.org/drawingml/2006/main"/>
          <a:ln xmlns:a="http://schemas.openxmlformats.org/drawingml/2006/main" w="5080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28"/>
          <p:cNvPicPr>
            <a:picLocks xmlns:a="http://schemas.openxmlformats.org/drawingml/2006/main" noChangeAspect="1"/>
          </p:cNvPicPr>
          <p:nvPr/>
        </p:nvPicPr>
        <p:blipFill>
          <a:blip xmlns:r="http://schemas.openxmlformats.org/officeDocument/2006/relationships" xmlns:a="http://schemas.openxmlformats.org/drawingml/2006/main" r:embed="Rbf6692cafcd94008"/>
          <a:srcRect xmlns:a="http://schemas.openxmlformats.org/drawingml/2006/main" l="0" t="0" r="0" b="0"/>
          <a:stretch xmlns:a="http://schemas.openxmlformats.org/drawingml/2006/main">
            <a:fillRect l="0" t="0" r="0" b="0"/>
          </a:stretch>
        </p:blipFill>
        <p:spPr>
          <a:xfrm xmlns:a="http://schemas.openxmlformats.org/drawingml/2006/main">
            <a:off x="-1173163" y="598488"/>
            <a:ext cx="7134226" cy="5330825"/>
          </a:xfrm>
          <a:prstGeom xmlns:a="http://schemas.openxmlformats.org/drawingml/2006/main" prst="rect">
            <a:avLst/>
          </a:prstGeom>
          <a:ln xmlns:a="http://schemas.openxmlformats.org/drawingml/2006/main">
            <a:noFill/>
          </a:ln>
        </p:spPr>
      </p:pic>
      <p:sp>
        <p:nvSpPr>
          <p:cNvPr id="30" name="文本框 29">
            <a:extLst xmlns:a="http://schemas.openxmlformats.org/drawingml/2006/main">
              <a:ext uri="{FF2B5EF4-FFF2-40B4-BE49-F238E27FC236}">
                <a16:creationId xmlns:a16="http://schemas.microsoft.com/office/drawing/2014/main" id="{683AEE92-B1DD-47C2-BDCD-442FD43B7288}"/>
              </a:ext>
            </a:extLst>
          </p:cNvPr>
          <p:cNvSpPr>
            <a:spLocks xmlns:a="http://schemas.openxmlformats.org/drawingml/2006/main" noGrp="1"/>
          </p:cNvSpPr>
          <p:nvPr/>
        </p:nvSpPr>
        <p:spPr>
          <a:xfrm xmlns:a="http://schemas.openxmlformats.org/drawingml/2006/main">
            <a:off x="3575050" y="2444750"/>
            <a:ext cx="2844800" cy="1783715"/>
          </a:xfrm>
          <a:prstGeom xmlns:a="http://schemas.openxmlformats.org/drawingml/2006/main" prst="rect">
            <a:avLst/>
          </a:prstGeom>
          <a:noFill xmlns:a="http://schemas.openxmlformats.org/drawingml/2006/main"/>
          <a:effectLst xmlns:a="http://schemas.openxmlformats.org/drawingml/2006/main">
            <a:outerShdw blurRad="50800" dist="38100" dir="5400000" algn="t" rotWithShape="0">
              <a:prstClr val="black">
                <a:alpha val="40000"/>
              </a:prstClr>
            </a:outerShdw>
          </a:effectLst>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5500" b="1">
                <a:solidFill>
                  <a:schemeClr val="bg1"/>
                </a:solidFill>
                <a:latin typeface="+mn-lt"/>
                <a:ea typeface="+mn-lt"/>
                <a:cs typeface="+mn-lt"/>
              </a:rPr>
              <a:t>PART  </a:t>
            </a:r>
          </a:p>
          <a:p xmlns:a="http://schemas.openxmlformats.org/drawingml/2006/main">
            <a:pPr>
              <a:spcBef>
                <a:spcPts val="0"/>
              </a:spcBef>
              <a:spcAft>
                <a:spcPts val="0"/>
              </a:spcAft>
              <a:buNone/>
            </a:pPr>
            <a:r>
              <a:rPr sz="5500" b="1">
                <a:solidFill>
                  <a:schemeClr val="bg1"/>
                </a:solidFill>
                <a:latin typeface="+mn-lt"/>
                <a:ea typeface="+mn-lt"/>
                <a:cs typeface="+mn-lt"/>
              </a:rPr>
              <a:t>FOUR</a:t>
            </a:r>
          </a:p>
        </p:txBody>
      </p:sp>
    </p:spTree>
    <p:extLst>
      <p:ext uri="{BB962C8B-B14F-4D97-AF65-F5344CB8AC3E}">
        <p14:creationId xmlns:p14="http://schemas.microsoft.com/office/powerpoint/2010/main" val="55754349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49BBEEBC-5023-4E38-9FA1-12BB97376D8F}"/>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A9A35A80-C15A-4DA9-95A0-41311B8DEF43}"/>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cf1eb927cced4058"/>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78C02DA2-D103-4E01-8EDF-4FE51F507DA9}"/>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4C6A9F68-36F8-4613-85C5-92A43120B98A}"/>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3D636C19-2A45-40BE-A258-F4700DEFCA58}"/>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C1CD470F-D021-4BFC-8D39-DE384A01B93E}"/>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46CBD56F-EE3F-4B8E-8AE3-DF965F52C8DF}"/>
              </a:ext>
            </a:extLst>
          </p:cNvPr>
          <p:cNvSpPr>
            <a:spLocks xmlns:a="http://schemas.openxmlformats.org/drawingml/2006/main" noGrp="1"/>
          </p:cNvSpPr>
          <p:nvPr/>
        </p:nvSpPr>
        <p:spPr>
          <a:xfrm xmlns:a="http://schemas.openxmlformats.org/drawingml/2006/main" rot="0">
            <a:off x="1117622" y="1999891"/>
            <a:ext cx="18224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11</a:t>
            </a:r>
            <a:r>
              <a:rPr>
                <a:latin typeface="+mn-ea"/>
                <a:ea typeface="+mn-ea"/>
                <a:cs typeface="+mn-ea"/>
              </a:rPr>
              <a:t>）特征预处理</a:t>
            </a:r>
          </a:p>
        </p:txBody>
      </p:sp>
      <p:sp>
        <p:nvSpPr>
          <p:cNvPr id="3" name="文本框 2">
            <a:extLst xmlns:a="http://schemas.openxmlformats.org/drawingml/2006/main">
              <a:ext uri="{FF2B5EF4-FFF2-40B4-BE49-F238E27FC236}">
                <a16:creationId xmlns:a16="http://schemas.microsoft.com/office/drawing/2014/main" id="{64872E67-0E00-4D4D-A20F-52BAF0363678}"/>
              </a:ext>
            </a:extLst>
          </p:cNvPr>
          <p:cNvSpPr>
            <a:spLocks xmlns:a="http://schemas.openxmlformats.org/drawingml/2006/main" noGrp="1"/>
          </p:cNvSpPr>
          <p:nvPr/>
        </p:nvSpPr>
        <p:spPr>
          <a:xfrm xmlns:a="http://schemas.openxmlformats.org/drawingml/2006/main">
            <a:off x="2037080" y="3797300"/>
            <a:ext cx="2654935" cy="731520"/>
          </a:xfrm>
          <a:prstGeom xmlns:a="http://schemas.openxmlformats.org/drawingml/2006/main" prst="rect">
            <a:avLst/>
          </a:prstGeom>
          <a:noFill xmlns:a="http://schemas.openxmlformats.org/drawingml/2006/main"/>
          <a:ln xmlns:a="http://schemas.openxmlformats.org/drawingml/2006/main" w="19050">
            <a:noFill/>
          </a:ln>
        </p:spPr>
        <p:txBody>
          <a:bodyPr xmlns:a="http://schemas.openxmlformats.org/drawingml/2006/main" wrap="square">
            <a:spAutoFit/>
          </a:bodyPr>
          <a:lstStyle xmlns:a="http://schemas.openxmlformats.org/drawingml/2006/main"/>
          <a:p xmlns:a="http://schemas.openxmlformats.org/drawingml/2006/main">
            <a:r>
              <a:rPr sz="1600" b="1"/>
              <a:t>导入 Pandas / NumPy / Scikit-learn，并统一设置训练、验证、提交路径。</a:t>
            </a:r>
          </a:p>
        </p:txBody>
      </p:sp>
      <p:sp>
        <p:nvSpPr>
          <p:cNvPr id="29" name="文本框 28">
            <a:extLst xmlns:a="http://schemas.openxmlformats.org/drawingml/2006/main">
              <a:ext uri="{FF2B5EF4-FFF2-40B4-BE49-F238E27FC236}">
                <a16:creationId xmlns:a16="http://schemas.microsoft.com/office/drawing/2014/main" id="{21C47782-8639-4F22-B8A9-3125E7F01B70}"/>
              </a:ext>
            </a:extLst>
          </p:cNvPr>
          <p:cNvSpPr>
            <a:spLocks xmlns:a="http://schemas.openxmlformats.org/drawingml/2006/main" noGrp="1"/>
          </p:cNvSpPr>
          <p:nvPr/>
        </p:nvSpPr>
        <p:spPr>
          <a:xfrm xmlns:a="http://schemas.openxmlformats.org/drawingml/2006/main">
            <a:off x="1599565" y="2482215"/>
            <a:ext cx="9429750" cy="368300"/>
          </a:xfrm>
          <a:prstGeom xmlns:a="http://schemas.openxmlformats.org/drawingml/2006/main" prst="rect">
            <a:avLst/>
          </a:prstGeom>
          <a:solidFill xmlns:a="http://schemas.openxmlformats.org/drawingml/2006/main">
            <a:schemeClr val="accent5">
              <a:lumMod val="40000"/>
              <a:lumOff val="60000"/>
            </a:schemeClr>
          </a:solidFill>
          <a:ln xmlns:a="http://schemas.openxmlformats.org/drawingml/2006/main" w="19050">
            <a:solidFill>
              <a:schemeClr val="accent5">
                <a:lumMod val="60000"/>
                <a:lumOff val="40000"/>
              </a:schemeClr>
            </a:solidFill>
          </a:ln>
        </p:spPr>
        <p:txBody>
          <a:bodyPr xmlns:a="http://schemas.openxmlformats.org/drawingml/2006/main" wrap="square">
            <a:spAutoFit/>
          </a:bodyPr>
          <a:lstStyle xmlns:a="http://schemas.openxmlformats.org/drawingml/2006/main"/>
          <a:p xmlns:a="http://schemas.openxmlformats.org/drawingml/2006/main">
            <a:r>
              <a:rPr sz="1800" b="1"/>
              <a:t>数据预处理包括字段错位过滤、日期转换、异常功率截断、缺失值填充与模型管道衔接。</a:t>
            </a:r>
          </a:p>
        </p:txBody>
      </p:sp>
      <p:pic>
        <p:nvPicPr>
          <p:cNvPr id="49" name="图片 21"/>
          <p:cNvPicPr>
            <a:picLocks xmlns:a="http://schemas.openxmlformats.org/drawingml/2006/main" noChangeAspect="1"/>
          </p:cNvPicPr>
          <p:nvPr/>
        </p:nvPicPr>
        <p:blipFill>
          <a:blip xmlns:r="http://schemas.openxmlformats.org/officeDocument/2006/relationships" xmlns:a="http://schemas.openxmlformats.org/drawingml/2006/main" r:embed="Ra400bdc63faf4ab9"/>
          <a:stretch xmlns:a="http://schemas.openxmlformats.org/drawingml/2006/main">
            <a:fillRect l="0" t="0" r="0" b="0"/>
          </a:stretch>
        </p:blipFill>
        <p:spPr>
          <a:xfrm xmlns:a="http://schemas.openxmlformats.org/drawingml/2006/main" rot="0" flipH="0" flipV="0">
            <a:off x="5513070" y="3002915"/>
            <a:ext cx="3766820" cy="2171700"/>
          </a:xfrm>
          <a:prstGeom xmlns:a="http://schemas.openxmlformats.org/drawingml/2006/main" prst="rect">
            <a:avLst/>
          </a:prstGeom>
        </p:spPr>
      </p:pic>
      <p:pic>
        <p:nvPicPr>
          <p:cNvPr id="50" name="图片 23"/>
          <p:cNvPicPr>
            <a:picLocks xmlns:a="http://schemas.openxmlformats.org/drawingml/2006/main" noChangeAspect="1"/>
          </p:cNvPicPr>
          <p:nvPr/>
        </p:nvPicPr>
        <p:blipFill>
          <a:blip xmlns:r="http://schemas.openxmlformats.org/officeDocument/2006/relationships" xmlns:a="http://schemas.openxmlformats.org/drawingml/2006/main" r:embed="Rf544db0fcb4e4de1"/>
          <a:stretch xmlns:a="http://schemas.openxmlformats.org/drawingml/2006/main">
            <a:fillRect l="0" t="0" r="0" b="0"/>
          </a:stretch>
        </p:blipFill>
        <p:spPr>
          <a:xfrm xmlns:a="http://schemas.openxmlformats.org/drawingml/2006/main" rot="0" flipH="0" flipV="0">
            <a:off x="5513070" y="5165090"/>
            <a:ext cx="5742940" cy="588010"/>
          </a:xfrm>
          <a:prstGeom xmlns:a="http://schemas.openxmlformats.org/drawingml/2006/main" prst="rect">
            <a:avLst/>
          </a:prstGeom>
        </p:spPr>
      </p:pic>
      <p:sp>
        <p:nvSpPr>
          <p:cNvPr id="28" name="Rectangle: Rounded Corners 1">
            <a:extLst xmlns:a="http://schemas.openxmlformats.org/drawingml/2006/main">
              <a:ext uri="{FF2B5EF4-FFF2-40B4-BE49-F238E27FC236}">
                <a16:creationId xmlns:a16="http://schemas.microsoft.com/office/drawing/2014/main" id="{6606D85B-86AE-4977-949A-1A00C10DBA59}"/>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88553813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A4E7A6AD-666B-4F74-B74A-95F8976EE085}"/>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25"/>
          <p:cNvPicPr>
            <a:picLocks xmlns:a="http://schemas.openxmlformats.org/drawingml/2006/main" noChangeAspect="1"/>
          </p:cNvPicPr>
          <p:nvPr/>
        </p:nvPicPr>
        <p:blipFill>
          <a:blip xmlns:r="http://schemas.openxmlformats.org/officeDocument/2006/relationships" xmlns:a="http://schemas.openxmlformats.org/drawingml/2006/main" r:embed="R9c75a7d8096a4b06"/>
          <a:stretch xmlns:a="http://schemas.openxmlformats.org/drawingml/2006/main">
            <a:fillRect l="0" t="0" r="0" b="0"/>
          </a:stretch>
        </p:blipFill>
        <p:spPr>
          <a:xfrm xmlns:a="http://schemas.openxmlformats.org/drawingml/2006/main">
            <a:off x="5340985" y="107950"/>
            <a:ext cx="4991100" cy="6492875"/>
          </a:xfrm>
          <a:prstGeom xmlns:a="http://schemas.openxmlformats.org/drawingml/2006/main" prst="rect">
            <a:avLst/>
          </a:prstGeom>
        </p:spPr>
      </p:pic>
      <p:sp>
        <p:nvSpPr>
          <p:cNvPr id="29" name="矩形 22">
            <a:extLst xmlns:a="http://schemas.openxmlformats.org/drawingml/2006/main">
              <a:ext uri="{FF2B5EF4-FFF2-40B4-BE49-F238E27FC236}">
                <a16:creationId xmlns:a16="http://schemas.microsoft.com/office/drawing/2014/main" id="{06B58AD1-A87B-46FF-86CB-F7F8818489B7}"/>
              </a:ext>
            </a:extLst>
          </p:cNvPr>
          <p:cNvSpPr>
            <a:spLocks xmlns:a="http://schemas.openxmlformats.org/drawingml/2006/main" noGrp="1"/>
          </p:cNvSpPr>
          <p:nvPr/>
        </p:nvSpPr>
        <p:spPr>
          <a:xfrm xmlns:a="http://schemas.openxmlformats.org/drawingml/2006/main" rot="0">
            <a:off x="568117" y="476136"/>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矩形 23">
            <a:extLst xmlns:a="http://schemas.openxmlformats.org/drawingml/2006/main">
              <a:ext uri="{FF2B5EF4-FFF2-40B4-BE49-F238E27FC236}">
                <a16:creationId xmlns:a16="http://schemas.microsoft.com/office/drawing/2014/main" id="{805BC783-8EAD-4CDD-8990-12B966E664C5}"/>
              </a:ext>
            </a:extLst>
          </p:cNvPr>
          <p:cNvSpPr>
            <a:spLocks xmlns:a="http://schemas.openxmlformats.org/drawingml/2006/main" noGrp="1"/>
          </p:cNvSpPr>
          <p:nvPr/>
        </p:nvSpPr>
        <p:spPr>
          <a:xfrm xmlns:a="http://schemas.openxmlformats.org/drawingml/2006/main" rot="0">
            <a:off x="654881" y="607385"/>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文本框 8">
            <a:extLst xmlns:a="http://schemas.openxmlformats.org/drawingml/2006/main">
              <a:ext uri="{FF2B5EF4-FFF2-40B4-BE49-F238E27FC236}">
                <a16:creationId xmlns:a16="http://schemas.microsoft.com/office/drawing/2014/main" id="{765EF2BF-3661-4737-B361-EB5C001CDA8E}"/>
              </a:ext>
            </a:extLst>
          </p:cNvPr>
          <p:cNvSpPr>
            <a:spLocks xmlns:a="http://schemas.openxmlformats.org/drawingml/2006/main" noGrp="1"/>
          </p:cNvSpPr>
          <p:nvPr/>
        </p:nvSpPr>
        <p:spPr>
          <a:xfrm xmlns:a="http://schemas.openxmlformats.org/drawingml/2006/main" rot="0">
            <a:off x="687092" y="515896"/>
            <a:ext cx="2652395"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12) 异常清洗与字段错位处理</a:t>
            </a:r>
          </a:p>
        </p:txBody>
      </p:sp>
      <p:pic>
        <p:nvPicPr>
          <p:cNvPr id="35" name="图片 34"/>
          <p:cNvPicPr>
            <a:picLocks xmlns:a="http://schemas.openxmlformats.org/drawingml/2006/main" noChangeAspect="1"/>
          </p:cNvPicPr>
          <p:nvPr/>
        </p:nvPicPr>
        <p:blipFill>
          <a:blip xmlns:r="http://schemas.openxmlformats.org/officeDocument/2006/relationships" xmlns:a="http://schemas.openxmlformats.org/drawingml/2006/main" r:embed="R3368a63cb3b74d34"/>
          <a:stretch xmlns:a="http://schemas.openxmlformats.org/drawingml/2006/main">
            <a:fillRect l="0" t="0" r="0" b="0"/>
          </a:stretch>
        </p:blipFill>
        <p:spPr>
          <a:xfrm xmlns:a="http://schemas.openxmlformats.org/drawingml/2006/main">
            <a:off x="948690" y="1313815"/>
            <a:ext cx="4246245" cy="1020445"/>
          </a:xfrm>
          <a:prstGeom xmlns:a="http://schemas.openxmlformats.org/drawingml/2006/main" prst="rect">
            <a:avLst/>
          </a:prstGeom>
        </p:spPr>
      </p:pic>
      <p:pic>
        <p:nvPicPr>
          <p:cNvPr id="36" name="图片 35"/>
          <p:cNvPicPr>
            <a:picLocks xmlns:a="http://schemas.openxmlformats.org/drawingml/2006/main" noChangeAspect="1"/>
          </p:cNvPicPr>
          <p:nvPr/>
        </p:nvPicPr>
        <p:blipFill>
          <a:blip xmlns:r="http://schemas.openxmlformats.org/officeDocument/2006/relationships" xmlns:a="http://schemas.openxmlformats.org/drawingml/2006/main" r:embed="R486a097c42a34e71"/>
          <a:stretch xmlns:a="http://schemas.openxmlformats.org/drawingml/2006/main">
            <a:fillRect l="0" t="0" r="0" b="0"/>
          </a:stretch>
        </p:blipFill>
        <p:spPr>
          <a:xfrm xmlns:a="http://schemas.openxmlformats.org/drawingml/2006/main">
            <a:off x="948690" y="2448560"/>
            <a:ext cx="4180840" cy="3962400"/>
          </a:xfrm>
          <a:prstGeom xmlns:a="http://schemas.openxmlformats.org/drawingml/2006/main" prst="rect">
            <a:avLst/>
          </a:prstGeom>
        </p:spPr>
      </p:pic>
    </p:spTree>
    <p:extLst>
      <p:ext uri="{BB962C8B-B14F-4D97-AF65-F5344CB8AC3E}">
        <p14:creationId xmlns:p14="http://schemas.microsoft.com/office/powerpoint/2010/main" val="68129893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AE8A7433-D403-4BC6-A82D-9584C7F9D0D6}"/>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EA35A90C-1B11-45CB-9023-3CF49A5B37A0}"/>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24fce0cce1f64089"/>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1505F0E4-B17C-4A24-A642-90627ED76307}"/>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FE46E924-E342-4D05-A1B6-FE7FFAD53C6C}"/>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02F13B0C-7F2E-4EC6-BAED-9C8EE51D3C37}"/>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7A2EBD53-24D6-41CD-8E74-2EAAD1ABAE58}"/>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ECD2C147-A22F-46CA-BFB7-76F9A2C15247}"/>
              </a:ext>
            </a:extLst>
          </p:cNvPr>
          <p:cNvSpPr>
            <a:spLocks xmlns:a="http://schemas.openxmlformats.org/drawingml/2006/main" noGrp="1"/>
          </p:cNvSpPr>
          <p:nvPr/>
        </p:nvSpPr>
        <p:spPr>
          <a:xfrm xmlns:a="http://schemas.openxmlformats.org/drawingml/2006/main" rot="0">
            <a:off x="1117622" y="1999891"/>
            <a:ext cx="15938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13）特征构造：日期与车龄</a:t>
            </a:r>
          </a:p>
        </p:txBody>
      </p:sp>
      <p:pic>
        <p:nvPicPr>
          <p:cNvPr id="47" name="图片 22"/>
          <p:cNvPicPr>
            <a:picLocks xmlns:a="http://schemas.openxmlformats.org/drawingml/2006/main" noChangeAspect="1"/>
          </p:cNvPicPr>
          <p:nvPr/>
        </p:nvPicPr>
        <p:blipFill>
          <a:blip xmlns:r="http://schemas.openxmlformats.org/officeDocument/2006/relationships" xmlns:a="http://schemas.openxmlformats.org/drawingml/2006/main" r:embed="Rcf3ad21f711e40e3"/>
          <a:stretch xmlns:a="http://schemas.openxmlformats.org/drawingml/2006/main">
            <a:fillRect l="0" t="0" r="0" b="0"/>
          </a:stretch>
        </p:blipFill>
        <p:spPr>
          <a:xfrm xmlns:a="http://schemas.openxmlformats.org/drawingml/2006/main">
            <a:off x="1379220" y="2743200"/>
            <a:ext cx="5464810" cy="970915"/>
          </a:xfrm>
          <a:prstGeom xmlns:a="http://schemas.openxmlformats.org/drawingml/2006/main" prst="rect">
            <a:avLst/>
          </a:prstGeom>
        </p:spPr>
      </p:pic>
      <p:pic>
        <p:nvPicPr>
          <p:cNvPr id="48" name="图片 25"/>
          <p:cNvPicPr>
            <a:picLocks xmlns:a="http://schemas.openxmlformats.org/drawingml/2006/main" noChangeAspect="1"/>
          </p:cNvPicPr>
          <p:nvPr/>
        </p:nvPicPr>
        <p:blipFill>
          <a:blip xmlns:r="http://schemas.openxmlformats.org/officeDocument/2006/relationships" xmlns:a="http://schemas.openxmlformats.org/drawingml/2006/main" r:embed="Re01577c2c0b24d2c"/>
          <a:stretch xmlns:a="http://schemas.openxmlformats.org/drawingml/2006/main">
            <a:fillRect l="0" t="0" r="0" b="0"/>
          </a:stretch>
        </p:blipFill>
        <p:spPr>
          <a:xfrm xmlns:a="http://schemas.openxmlformats.org/drawingml/2006/main">
            <a:off x="1379220" y="3795395"/>
            <a:ext cx="9345930" cy="1113155"/>
          </a:xfrm>
          <a:prstGeom xmlns:a="http://schemas.openxmlformats.org/drawingml/2006/main" prst="rect">
            <a:avLst/>
          </a:prstGeom>
        </p:spPr>
      </p:pic>
      <p:pic>
        <p:nvPicPr>
          <p:cNvPr id="49" name="图片 27"/>
          <p:cNvPicPr>
            <a:picLocks xmlns:a="http://schemas.openxmlformats.org/drawingml/2006/main" noChangeAspect="1"/>
          </p:cNvPicPr>
          <p:nvPr/>
        </p:nvPicPr>
        <p:blipFill>
          <a:blip xmlns:r="http://schemas.openxmlformats.org/officeDocument/2006/relationships" xmlns:a="http://schemas.openxmlformats.org/drawingml/2006/main" r:embed="R36c55dab3a9e47f3"/>
          <a:stretch xmlns:a="http://schemas.openxmlformats.org/drawingml/2006/main">
            <a:fillRect l="0" t="0" r="0" b="0"/>
          </a:stretch>
        </p:blipFill>
        <p:spPr>
          <a:xfrm xmlns:a="http://schemas.openxmlformats.org/drawingml/2006/main">
            <a:off x="1379220" y="4918075"/>
            <a:ext cx="8422005" cy="1054100"/>
          </a:xfrm>
          <a:prstGeom xmlns:a="http://schemas.openxmlformats.org/drawingml/2006/main" prst="rect">
            <a:avLst/>
          </a:prstGeom>
        </p:spPr>
      </p:pic>
      <p:sp>
        <p:nvSpPr>
          <p:cNvPr id="29" name="Rectangle: Rounded Corners 1">
            <a:extLst xmlns:a="http://schemas.openxmlformats.org/drawingml/2006/main">
              <a:ext uri="{FF2B5EF4-FFF2-40B4-BE49-F238E27FC236}">
                <a16:creationId xmlns:a16="http://schemas.microsoft.com/office/drawing/2014/main" id="{C3F7A8D0-8B24-47F3-99F8-B56A896B9725}"/>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27216771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C7FD0366-8686-4988-843C-A24E17979608}"/>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F5F45BDD-8CE8-4362-9F66-91670BC175C7}"/>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0e61177f18714c82"/>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E9647835-CDFC-4B85-8FB8-4B336DDBDE5F}"/>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B1E462A6-6D39-4C06-AEF8-43D0436DD2F1}"/>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EB128AD8-D365-4721-8A3D-12032A83BABF}"/>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C84000BE-F0DD-4BBC-B721-67FAFFE2A599}"/>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5B50FBD8-C8BC-417B-B203-E13DB24CAE5F}"/>
              </a:ext>
            </a:extLst>
          </p:cNvPr>
          <p:cNvSpPr>
            <a:spLocks xmlns:a="http://schemas.openxmlformats.org/drawingml/2006/main" noGrp="1"/>
          </p:cNvSpPr>
          <p:nvPr/>
        </p:nvSpPr>
        <p:spPr>
          <a:xfrm xmlns:a="http://schemas.openxmlformats.org/drawingml/2006/main" rot="0">
            <a:off x="1117622" y="1999891"/>
            <a:ext cx="15938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13）特征构造：功率/里程组合</a:t>
            </a:r>
          </a:p>
        </p:txBody>
      </p:sp>
      <p:pic>
        <p:nvPicPr>
          <p:cNvPr id="47" name="图片 2"/>
          <p:cNvPicPr>
            <a:picLocks xmlns:a="http://schemas.openxmlformats.org/drawingml/2006/main" noChangeAspect="1"/>
          </p:cNvPicPr>
          <p:nvPr/>
        </p:nvPicPr>
        <p:blipFill>
          <a:blip xmlns:r="http://schemas.openxmlformats.org/officeDocument/2006/relationships" xmlns:a="http://schemas.openxmlformats.org/drawingml/2006/main" r:embed="R322c0ad787174d8d"/>
          <a:stretch xmlns:a="http://schemas.openxmlformats.org/drawingml/2006/main">
            <a:fillRect l="0" t="0" r="0" b="0"/>
          </a:stretch>
        </p:blipFill>
        <p:spPr>
          <a:xfrm xmlns:a="http://schemas.openxmlformats.org/drawingml/2006/main">
            <a:off x="4013200" y="1788160"/>
            <a:ext cx="5779135" cy="759460"/>
          </a:xfrm>
          <a:prstGeom xmlns:a="http://schemas.openxmlformats.org/drawingml/2006/main" prst="rect">
            <a:avLst/>
          </a:prstGeom>
        </p:spPr>
      </p:pic>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a0fb340a8f88489b"/>
          <a:stretch xmlns:a="http://schemas.openxmlformats.org/drawingml/2006/main">
            <a:fillRect l="0" t="0" r="0" b="0"/>
          </a:stretch>
        </p:blipFill>
        <p:spPr>
          <a:xfrm xmlns:a="http://schemas.openxmlformats.org/drawingml/2006/main">
            <a:off x="4013200" y="2637155"/>
            <a:ext cx="7278370" cy="3442970"/>
          </a:xfrm>
          <a:prstGeom xmlns:a="http://schemas.openxmlformats.org/drawingml/2006/main" prst="rect">
            <a:avLst/>
          </a:prstGeom>
        </p:spPr>
      </p:pic>
      <p:sp>
        <p:nvSpPr>
          <p:cNvPr id="24" name="Rectangle: Rounded Corners 1">
            <a:extLst xmlns:a="http://schemas.openxmlformats.org/drawingml/2006/main">
              <a:ext uri="{FF2B5EF4-FFF2-40B4-BE49-F238E27FC236}">
                <a16:creationId xmlns:a16="http://schemas.microsoft.com/office/drawing/2014/main" id="{BB760F05-02FB-4215-96C4-EC753A506150}"/>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85094441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5" name="直接连接符 4">
            <a:extLst xmlns:a="http://schemas.openxmlformats.org/drawingml/2006/main">
              <a:ext uri="{FF2B5EF4-FFF2-40B4-BE49-F238E27FC236}">
                <a16:creationId xmlns:a16="http://schemas.microsoft.com/office/drawing/2014/main" id="{EF916FDD-639A-405F-B26C-EBCE6E4A0112}"/>
              </a:ext>
            </a:extLst>
          </p:cNvPr>
          <p:cNvSpPr>
            <a:spLocks xmlns:a="http://schemas.openxmlformats.org/drawingml/2006/main" noGrp="1"/>
          </p:cNvSpPr>
          <p:nvPr/>
        </p:nvSpPr>
        <p:spPr>
          <a:xfrm xmlns:a="http://schemas.openxmlformats.org/drawingml/2006/main" flipV="1">
            <a:off x="6450013" y="3268980"/>
            <a:ext cx="5575935" cy="20320"/>
          </a:xfrm>
          <a:prstGeom xmlns:a="http://schemas.openxmlformats.org/drawingml/2006/main" prst="line">
            <a:avLst/>
          </a:prstGeom>
          <a:ln xmlns:a="http://schemas.openxmlformats.org/drawingml/2006/main" w="76200">
            <a:solidFill>
              <a:srgbClr val="1F557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矩形 22">
            <a:extLst xmlns:a="http://schemas.openxmlformats.org/drawingml/2006/main">
              <a:ext uri="{FF2B5EF4-FFF2-40B4-BE49-F238E27FC236}">
                <a16:creationId xmlns:a16="http://schemas.microsoft.com/office/drawing/2014/main" id="{B3C98EF9-FCE0-4F9A-AECE-FE918AC9209A}"/>
              </a:ext>
            </a:extLst>
          </p:cNvPr>
          <p:cNvSpPr>
            <a:spLocks xmlns:a="http://schemas.openxmlformats.org/drawingml/2006/main" noGrp="1"/>
          </p:cNvSpPr>
          <p:nvPr/>
        </p:nvSpPr>
        <p:spPr>
          <a:xfrm xmlns:a="http://schemas.openxmlformats.org/drawingml/2006/main">
            <a:off x="6450330" y="3465830"/>
            <a:ext cx="5594350" cy="1210945"/>
          </a:xfrm>
          <a:prstGeom xmlns:a="http://schemas.openxmlformats.org/drawingml/2006/main" prst="rect">
            <a:avLst/>
          </a:prstGeom>
          <a:solidFill xmlns:a="http://schemas.openxmlformats.org/drawingml/2006/main">
            <a:srgbClr val="84ADC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6" name="文本框 5">
            <a:extLst xmlns:a="http://schemas.openxmlformats.org/drawingml/2006/main">
              <a:ext uri="{FF2B5EF4-FFF2-40B4-BE49-F238E27FC236}">
                <a16:creationId xmlns:a16="http://schemas.microsoft.com/office/drawing/2014/main" id="{D78BE019-4159-45C9-B3FA-EA7E0CDAB77D}"/>
              </a:ext>
            </a:extLst>
          </p:cNvPr>
          <p:cNvSpPr>
            <a:spLocks xmlns:a="http://schemas.openxmlformats.org/drawingml/2006/main" noGrp="1"/>
          </p:cNvSpPr>
          <p:nvPr/>
        </p:nvSpPr>
        <p:spPr>
          <a:xfrm xmlns:a="http://schemas.openxmlformats.org/drawingml/2006/main">
            <a:off x="6480493" y="3734802"/>
            <a:ext cx="5545455" cy="5530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spcBef>
                <a:spcPts val="0"/>
              </a:spcBef>
              <a:spcAft>
                <a:spcPts val="0"/>
              </a:spcAft>
              <a:buNone/>
            </a:pPr>
            <a:r>
              <a:rPr sz="2000" b="1">
                <a:solidFill>
                  <a:schemeClr val="bg1"/>
                </a:solidFill>
                <a:latin typeface="+mn-lt"/>
                <a:ea typeface="+mn-lt"/>
                <a:cs typeface="+mn-lt"/>
              </a:rPr>
              <a:t>根据</a:t>
            </a:r>
            <a:r>
              <a:rPr sz="2000" b="1">
                <a:solidFill>
                  <a:srgbClr val="FF0000"/>
                </a:solidFill>
                <a:latin typeface="+mn-lt"/>
                <a:ea typeface="+mn-lt"/>
                <a:cs typeface="+mn-lt"/>
              </a:rPr>
              <a:t>数据特征</a:t>
            </a:r>
            <a:r>
              <a:rPr sz="2000" b="1">
                <a:solidFill>
                  <a:schemeClr val="bg1"/>
                </a:solidFill>
                <a:latin typeface="+mn-lt"/>
                <a:ea typeface="+mn-lt"/>
                <a:cs typeface="+mn-lt"/>
              </a:rPr>
              <a:t>建立合适的数据模型</a:t>
            </a:r>
          </a:p>
        </p:txBody>
      </p:sp>
      <p:sp>
        <p:nvSpPr>
          <p:cNvPr id="26" name="文本框 25">
            <a:extLst xmlns:a="http://schemas.openxmlformats.org/drawingml/2006/main">
              <a:ext uri="{FF2B5EF4-FFF2-40B4-BE49-F238E27FC236}">
                <a16:creationId xmlns:a16="http://schemas.microsoft.com/office/drawing/2014/main" id="{5608987A-BEB7-4335-944E-9EE869299AFE}"/>
              </a:ext>
            </a:extLst>
          </p:cNvPr>
          <p:cNvSpPr>
            <a:spLocks xmlns:a="http://schemas.openxmlformats.org/drawingml/2006/main" noGrp="1"/>
          </p:cNvSpPr>
          <p:nvPr/>
        </p:nvSpPr>
        <p:spPr>
          <a:xfrm xmlns:a="http://schemas.openxmlformats.org/drawingml/2006/main">
            <a:off x="6324600" y="2341880"/>
            <a:ext cx="60013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50000"/>
              </a:lnSpc>
              <a:spcBef>
                <a:spcPts val="0"/>
              </a:spcBef>
              <a:spcAft>
                <a:spcPts val="0"/>
              </a:spcAft>
              <a:buNone/>
            </a:pPr>
            <a:r>
              <a:rPr sz="3600" b="1">
                <a:solidFill>
                  <a:schemeClr val="tx1"/>
                </a:solidFill>
                <a:latin typeface="+mn-lt"/>
                <a:ea typeface="+mn-lt"/>
                <a:cs typeface="+mn-lt"/>
              </a:rPr>
              <a:t>数据建模</a:t>
            </a:r>
          </a:p>
        </p:txBody>
      </p:sp>
      <p:sp>
        <p:nvSpPr>
          <p:cNvPr id="3" name="椭圆 2">
            <a:extLst xmlns:a="http://schemas.openxmlformats.org/drawingml/2006/main">
              <a:ext uri="{FF2B5EF4-FFF2-40B4-BE49-F238E27FC236}">
                <a16:creationId xmlns:a16="http://schemas.microsoft.com/office/drawing/2014/main" id="{1EA6F1C1-94EB-4EA8-A06A-A204DEC33861}"/>
              </a:ext>
            </a:extLst>
          </p:cNvPr>
          <p:cNvSpPr>
            <a:spLocks xmlns:a="http://schemas.openxmlformats.org/drawingml/2006/main" noGrp="1"/>
          </p:cNvSpPr>
          <p:nvPr/>
        </p:nvSpPr>
        <p:spPr>
          <a:xfrm xmlns:a="http://schemas.openxmlformats.org/drawingml/2006/main">
            <a:off x="2319338" y="1179513"/>
            <a:ext cx="3973512" cy="3973512"/>
          </a:xfrm>
          <a:prstGeom xmlns:a="http://schemas.openxmlformats.org/drawingml/2006/main" prst="ellipse">
            <a:avLst/>
          </a:prstGeom>
          <a:noFill xmlns:a="http://schemas.openxmlformats.org/drawingml/2006/main"/>
          <a:ln xmlns:a="http://schemas.openxmlformats.org/drawingml/2006/main" w="5080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28"/>
          <p:cNvPicPr>
            <a:picLocks xmlns:a="http://schemas.openxmlformats.org/drawingml/2006/main" noChangeAspect="1"/>
          </p:cNvPicPr>
          <p:nvPr/>
        </p:nvPicPr>
        <p:blipFill>
          <a:blip xmlns:r="http://schemas.openxmlformats.org/officeDocument/2006/relationships" xmlns:a="http://schemas.openxmlformats.org/drawingml/2006/main" r:embed="R4ae7637897e44484"/>
          <a:srcRect xmlns:a="http://schemas.openxmlformats.org/drawingml/2006/main" l="0" t="0" r="0" b="0"/>
          <a:stretch xmlns:a="http://schemas.openxmlformats.org/drawingml/2006/main">
            <a:fillRect l="0" t="0" r="0" b="0"/>
          </a:stretch>
        </p:blipFill>
        <p:spPr>
          <a:xfrm xmlns:a="http://schemas.openxmlformats.org/drawingml/2006/main">
            <a:off x="-1173163" y="598488"/>
            <a:ext cx="7134226" cy="5330825"/>
          </a:xfrm>
          <a:prstGeom xmlns:a="http://schemas.openxmlformats.org/drawingml/2006/main" prst="rect">
            <a:avLst/>
          </a:prstGeom>
          <a:ln xmlns:a="http://schemas.openxmlformats.org/drawingml/2006/main">
            <a:noFill/>
          </a:ln>
        </p:spPr>
      </p:pic>
      <p:sp>
        <p:nvSpPr>
          <p:cNvPr id="30" name="文本框 29">
            <a:extLst xmlns:a="http://schemas.openxmlformats.org/drawingml/2006/main">
              <a:ext uri="{FF2B5EF4-FFF2-40B4-BE49-F238E27FC236}">
                <a16:creationId xmlns:a16="http://schemas.microsoft.com/office/drawing/2014/main" id="{6B6290B4-DB31-4829-A0F3-D742081BB9CD}"/>
              </a:ext>
            </a:extLst>
          </p:cNvPr>
          <p:cNvSpPr>
            <a:spLocks xmlns:a="http://schemas.openxmlformats.org/drawingml/2006/main" noGrp="1"/>
          </p:cNvSpPr>
          <p:nvPr/>
        </p:nvSpPr>
        <p:spPr>
          <a:xfrm xmlns:a="http://schemas.openxmlformats.org/drawingml/2006/main">
            <a:off x="3575050" y="2444750"/>
            <a:ext cx="2844800" cy="1783715"/>
          </a:xfrm>
          <a:prstGeom xmlns:a="http://schemas.openxmlformats.org/drawingml/2006/main" prst="rect">
            <a:avLst/>
          </a:prstGeom>
          <a:noFill xmlns:a="http://schemas.openxmlformats.org/drawingml/2006/main"/>
          <a:effectLst xmlns:a="http://schemas.openxmlformats.org/drawingml/2006/main">
            <a:outerShdw blurRad="50800" dist="38100" dir="5400000" algn="t" rotWithShape="0">
              <a:prstClr val="black">
                <a:alpha val="40000"/>
              </a:prstClr>
            </a:outerShdw>
          </a:effectLst>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5500" b="1">
                <a:solidFill>
                  <a:schemeClr val="bg1"/>
                </a:solidFill>
                <a:latin typeface="+mn-lt"/>
                <a:ea typeface="+mn-lt"/>
                <a:cs typeface="+mn-lt"/>
              </a:rPr>
              <a:t>PART  </a:t>
            </a:r>
          </a:p>
          <a:p xmlns:a="http://schemas.openxmlformats.org/drawingml/2006/main">
            <a:pPr>
              <a:spcBef>
                <a:spcPts val="0"/>
              </a:spcBef>
              <a:spcAft>
                <a:spcPts val="0"/>
              </a:spcAft>
              <a:buNone/>
            </a:pPr>
            <a:r>
              <a:rPr sz="5500" b="1">
                <a:solidFill>
                  <a:schemeClr val="bg1"/>
                </a:solidFill>
                <a:latin typeface="+mn-lt"/>
                <a:ea typeface="+mn-lt"/>
                <a:cs typeface="+mn-lt"/>
              </a:rPr>
              <a:t>FIVE</a:t>
            </a:r>
          </a:p>
        </p:txBody>
      </p:sp>
    </p:spTree>
    <p:extLst>
      <p:ext uri="{BB962C8B-B14F-4D97-AF65-F5344CB8AC3E}">
        <p14:creationId xmlns:p14="http://schemas.microsoft.com/office/powerpoint/2010/main" val="206970675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241BF910-820A-4AEF-9862-5D3E52C4515B}"/>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74E62CE9-80D8-423A-BEA4-E4CA2AA7ED64}"/>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876e88e9fd96429b"/>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ED20932B-44C7-4D6E-A670-50A33D530D07}"/>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078123B3-EED6-4F41-B4D9-6A66922F3396}"/>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417020BB-AC84-45F8-95F8-350F9C60E09B}"/>
              </a:ext>
            </a:extLst>
          </p:cNvPr>
          <p:cNvSpPr>
            <a:spLocks xmlns:a="http://schemas.openxmlformats.org/drawingml/2006/main" noGrp="1"/>
          </p:cNvSpPr>
          <p:nvPr/>
        </p:nvSpPr>
        <p:spPr>
          <a:xfrm xmlns:a="http://schemas.openxmlformats.org/drawingml/2006/main">
            <a:off x="430586" y="1293109"/>
            <a:ext cx="1810590"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模型建模</a:t>
            </a:r>
          </a:p>
        </p:txBody>
      </p:sp>
      <p:sp>
        <p:nvSpPr>
          <p:cNvPr id="6" name="矩形 22">
            <a:extLst xmlns:a="http://schemas.openxmlformats.org/drawingml/2006/main">
              <a:ext uri="{FF2B5EF4-FFF2-40B4-BE49-F238E27FC236}">
                <a16:creationId xmlns:a16="http://schemas.microsoft.com/office/drawing/2014/main" id="{5A3CCBE8-515C-43B4-A3D3-EFF17B2857C9}"/>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4D282719-89AB-4AD7-83F0-C16A2742E532}"/>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0F0D5BF3-E659-461C-A398-9C77363CC258}"/>
              </a:ext>
            </a:extLst>
          </p:cNvPr>
          <p:cNvSpPr>
            <a:spLocks xmlns:a="http://schemas.openxmlformats.org/drawingml/2006/main" noGrp="1"/>
          </p:cNvSpPr>
          <p:nvPr/>
        </p:nvSpPr>
        <p:spPr>
          <a:xfrm xmlns:a="http://schemas.openxmlformats.org/drawingml/2006/main" rot="0">
            <a:off x="1117622" y="1999891"/>
            <a:ext cx="20510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14）模型候选与验证</a:t>
            </a:r>
          </a:p>
        </p:txBody>
      </p:sp>
      <p:sp>
        <p:nvSpPr>
          <p:cNvPr id="28" name="文本框 27">
            <a:extLst xmlns:a="http://schemas.openxmlformats.org/drawingml/2006/main">
              <a:ext uri="{FF2B5EF4-FFF2-40B4-BE49-F238E27FC236}">
                <a16:creationId xmlns:a16="http://schemas.microsoft.com/office/drawing/2014/main" id="{677F1AAE-C2D2-4001-AA15-060990D6D0C7}"/>
              </a:ext>
            </a:extLst>
          </p:cNvPr>
          <p:cNvSpPr>
            <a:spLocks xmlns:a="http://schemas.openxmlformats.org/drawingml/2006/main" noGrp="1"/>
          </p:cNvSpPr>
          <p:nvPr/>
        </p:nvSpPr>
        <p:spPr>
          <a:xfrm xmlns:a="http://schemas.openxmlformats.org/drawingml/2006/main" rot="0">
            <a:off x="998855" y="2715260"/>
            <a:ext cx="2813050" cy="460375"/>
          </a:xfrm>
          <a:prstGeom xmlns:a="http://schemas.openxmlformats.org/drawingml/2006/main" prst="rect">
            <a:avLst/>
          </a:prstGeom>
          <a:noFill xmlns:a="http://schemas.openxmlformats.org/drawingml/2006/main"/>
          <a:ln xmlns:a="http://schemas.openxmlformats.org/drawingml/2006/main" w="19050">
            <a:noFill/>
          </a:l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600"/>
              <a:t>1. Ridge 基线模型</a:t>
            </a:r>
          </a:p>
        </p:txBody>
      </p:sp>
      <p:pic>
        <p:nvPicPr>
          <p:cNvPr id="49" name="图片 25"/>
          <p:cNvPicPr>
            <a:picLocks xmlns:a="http://schemas.openxmlformats.org/drawingml/2006/main" noChangeAspect="1"/>
          </p:cNvPicPr>
          <p:nvPr/>
        </p:nvPicPr>
        <p:blipFill>
          <a:blip xmlns:r="http://schemas.openxmlformats.org/officeDocument/2006/relationships" xmlns:a="http://schemas.openxmlformats.org/drawingml/2006/main" r:embed="Rd0aa9fc60f50494f"/>
          <a:stretch xmlns:a="http://schemas.openxmlformats.org/drawingml/2006/main">
            <a:fillRect l="0" t="0" r="0" b="0"/>
          </a:stretch>
        </p:blipFill>
        <p:spPr>
          <a:xfrm xmlns:a="http://schemas.openxmlformats.org/drawingml/2006/main" rot="0" flipH="0" flipV="0">
            <a:off x="998855" y="3427730"/>
            <a:ext cx="5196840" cy="1379220"/>
          </a:xfrm>
          <a:prstGeom xmlns:a="http://schemas.openxmlformats.org/drawingml/2006/main" prst="rect">
            <a:avLst/>
          </a:prstGeom>
        </p:spPr>
      </p:pic>
      <p:pic>
        <p:nvPicPr>
          <p:cNvPr id="50" name="图片 22"/>
          <p:cNvPicPr>
            <a:picLocks xmlns:a="http://schemas.openxmlformats.org/drawingml/2006/main" noChangeAspect="1"/>
          </p:cNvPicPr>
          <p:nvPr/>
        </p:nvPicPr>
        <p:blipFill>
          <a:blip xmlns:r="http://schemas.openxmlformats.org/officeDocument/2006/relationships" xmlns:a="http://schemas.openxmlformats.org/drawingml/2006/main" r:embed="Re17929f19a69427f"/>
          <a:stretch xmlns:a="http://schemas.openxmlformats.org/drawingml/2006/main">
            <a:fillRect l="0" t="0" r="0" b="0"/>
          </a:stretch>
        </p:blipFill>
        <p:spPr>
          <a:xfrm xmlns:a="http://schemas.openxmlformats.org/drawingml/2006/main" rot="0" flipH="0" flipV="0">
            <a:off x="6507480" y="3427730"/>
            <a:ext cx="4922520" cy="2103120"/>
          </a:xfrm>
          <a:prstGeom xmlns:a="http://schemas.openxmlformats.org/drawingml/2006/main" prst="rect">
            <a:avLst/>
          </a:prstGeom>
        </p:spPr>
      </p:pic>
      <p:sp>
        <p:nvSpPr>
          <p:cNvPr id="32" name="文本框 31">
            <a:extLst xmlns:a="http://schemas.openxmlformats.org/drawingml/2006/main">
              <a:ext uri="{FF2B5EF4-FFF2-40B4-BE49-F238E27FC236}">
                <a16:creationId xmlns:a16="http://schemas.microsoft.com/office/drawing/2014/main" id="{B15C8B9F-BB8B-4D38-93BE-C318275AAB2D}"/>
              </a:ext>
            </a:extLst>
          </p:cNvPr>
          <p:cNvSpPr>
            <a:spLocks xmlns:a="http://schemas.openxmlformats.org/drawingml/2006/main" noGrp="1"/>
          </p:cNvSpPr>
          <p:nvPr/>
        </p:nvSpPr>
        <p:spPr>
          <a:xfrm xmlns:a="http://schemas.openxmlformats.org/drawingml/2006/main" rot="0">
            <a:off x="6507480" y="2733040"/>
            <a:ext cx="2813050" cy="460375"/>
          </a:xfrm>
          <a:prstGeom xmlns:a="http://schemas.openxmlformats.org/drawingml/2006/main" prst="rect">
            <a:avLst/>
          </a:prstGeom>
          <a:noFill xmlns:a="http://schemas.openxmlformats.org/drawingml/2006/main"/>
          <a:ln xmlns:a="http://schemas.openxmlformats.org/drawingml/2006/main" w="19050">
            <a:noFill/>
          </a:l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600"/>
              <a:t>2. RandomForest 主模型</a:t>
            </a:r>
          </a:p>
        </p:txBody>
      </p:sp>
      <p:sp>
        <p:nvSpPr>
          <p:cNvPr id="3" name="Rectangle: Rounded Corners 1">
            <a:extLst xmlns:a="http://schemas.openxmlformats.org/drawingml/2006/main">
              <a:ext uri="{FF2B5EF4-FFF2-40B4-BE49-F238E27FC236}">
                <a16:creationId xmlns:a16="http://schemas.microsoft.com/office/drawing/2014/main" id="{394060D1-4C9D-4B24-A120-E66D4998462E}"/>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826788937"/>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ED774C60-380A-4F6D-A6A1-7853FEC837BC}"/>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6F8BF36F-A18A-44B9-9498-831FDE853D3E}"/>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443e5e7294e54b87"/>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E38EE7DA-2BD5-442E-B403-20F327C71C63}"/>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A8B64A9D-E13D-4DB3-8567-CB7480160478}"/>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8A05DC8A-A751-4B4D-B6BA-8C6143818FEC}"/>
              </a:ext>
            </a:extLst>
          </p:cNvPr>
          <p:cNvSpPr>
            <a:spLocks xmlns:a="http://schemas.openxmlformats.org/drawingml/2006/main" noGrp="1"/>
          </p:cNvSpPr>
          <p:nvPr/>
        </p:nvSpPr>
        <p:spPr>
          <a:xfrm xmlns:a="http://schemas.openxmlformats.org/drawingml/2006/main">
            <a:off x="430586" y="1293109"/>
            <a:ext cx="1810590"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模型建模</a:t>
            </a:r>
          </a:p>
        </p:txBody>
      </p:sp>
      <p:sp>
        <p:nvSpPr>
          <p:cNvPr id="6" name="矩形 22">
            <a:extLst xmlns:a="http://schemas.openxmlformats.org/drawingml/2006/main">
              <a:ext uri="{FF2B5EF4-FFF2-40B4-BE49-F238E27FC236}">
                <a16:creationId xmlns:a16="http://schemas.microsoft.com/office/drawing/2014/main" id="{19CC2C03-0322-4A95-806F-8F1BFE9CB15C}"/>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04E1355E-E6BF-4C9F-A991-BBE91FD3C25B}"/>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33BFE78B-8B86-40D0-B165-7509508F6518}"/>
              </a:ext>
            </a:extLst>
          </p:cNvPr>
          <p:cNvSpPr>
            <a:spLocks xmlns:a="http://schemas.openxmlformats.org/drawingml/2006/main" noGrp="1"/>
          </p:cNvSpPr>
          <p:nvPr/>
        </p:nvSpPr>
        <p:spPr>
          <a:xfrm xmlns:a="http://schemas.openxmlformats.org/drawingml/2006/main" rot="0">
            <a:off x="1117622" y="1999891"/>
            <a:ext cx="15938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15）特征列对齐</a:t>
            </a:r>
          </a:p>
        </p:txBody>
      </p:sp>
      <p:sp>
        <p:nvSpPr>
          <p:cNvPr id="3" name="Rectangle: Rounded Corners 1">
            <a:extLst xmlns:a="http://schemas.openxmlformats.org/drawingml/2006/main">
              <a:ext uri="{FF2B5EF4-FFF2-40B4-BE49-F238E27FC236}">
                <a16:creationId xmlns:a16="http://schemas.microsoft.com/office/drawing/2014/main" id="{208ED2D5-754E-4587-92C6-8B76571AB45D}"/>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pic>
        <p:nvPicPr>
          <p:cNvPr id="49" name="图片 8"/>
          <p:cNvPicPr>
            <a:picLocks xmlns:a="http://schemas.openxmlformats.org/drawingml/2006/main" noChangeAspect="1"/>
          </p:cNvPicPr>
          <p:nvPr/>
        </p:nvPicPr>
        <p:blipFill>
          <a:blip xmlns:r="http://schemas.openxmlformats.org/officeDocument/2006/relationships" xmlns:a="http://schemas.openxmlformats.org/drawingml/2006/main" r:embed="R90a30ed2cf7940dd"/>
          <a:stretch xmlns:a="http://schemas.openxmlformats.org/drawingml/2006/main">
            <a:fillRect l="0" t="0" r="0" b="0"/>
          </a:stretch>
        </p:blipFill>
        <p:spPr>
          <a:xfrm xmlns:a="http://schemas.openxmlformats.org/drawingml/2006/main">
            <a:off x="1936750" y="2418080"/>
            <a:ext cx="9262745" cy="3441700"/>
          </a:xfrm>
          <a:prstGeom xmlns:a="http://schemas.openxmlformats.org/drawingml/2006/main" prst="rect">
            <a:avLst/>
          </a:prstGeom>
        </p:spPr>
      </p:pic>
    </p:spTree>
    <p:extLst>
      <p:ext uri="{BB962C8B-B14F-4D97-AF65-F5344CB8AC3E}">
        <p14:creationId xmlns:p14="http://schemas.microsoft.com/office/powerpoint/2010/main" val="2079114967"/>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7" name="矩形 26">
            <a:extLst xmlns:a="http://schemas.openxmlformats.org/drawingml/2006/main">
              <a:ext uri="{FF2B5EF4-FFF2-40B4-BE49-F238E27FC236}">
                <a16:creationId xmlns:a16="http://schemas.microsoft.com/office/drawing/2014/main" id="{26330B1E-C4B3-4588-82F2-AC331DE59F79}"/>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10ebf89d1658424c"/>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7A0B142B-8A00-44A2-AA92-2C099AB14D36}"/>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90293B62-3B57-491F-9163-06CE55917ACC}"/>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6" name="矩形 22">
            <a:extLst xmlns:a="http://schemas.openxmlformats.org/drawingml/2006/main">
              <a:ext uri="{FF2B5EF4-FFF2-40B4-BE49-F238E27FC236}">
                <a16:creationId xmlns:a16="http://schemas.microsoft.com/office/drawing/2014/main" id="{4153C0E6-DA87-42C3-B14F-FA0F0588557D}"/>
              </a:ext>
            </a:extLst>
          </p:cNvPr>
          <p:cNvSpPr>
            <a:spLocks xmlns:a="http://schemas.openxmlformats.org/drawingml/2006/main" noGrp="1"/>
          </p:cNvSpPr>
          <p:nvPr/>
        </p:nvSpPr>
        <p:spPr>
          <a:xfrm xmlns:a="http://schemas.openxmlformats.org/drawingml/2006/main" rot="0">
            <a:off x="998647" y="1286396"/>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BDB53892-C7A9-4458-A190-1B7E4600614C}"/>
              </a:ext>
            </a:extLst>
          </p:cNvPr>
          <p:cNvSpPr>
            <a:spLocks xmlns:a="http://schemas.openxmlformats.org/drawingml/2006/main" noGrp="1"/>
          </p:cNvSpPr>
          <p:nvPr/>
        </p:nvSpPr>
        <p:spPr>
          <a:xfrm xmlns:a="http://schemas.openxmlformats.org/drawingml/2006/main" rot="0">
            <a:off x="1085411" y="1417645"/>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0A0B0EE0-79C6-414B-B05A-2369862B21B8}"/>
              </a:ext>
            </a:extLst>
          </p:cNvPr>
          <p:cNvSpPr>
            <a:spLocks xmlns:a="http://schemas.openxmlformats.org/drawingml/2006/main" noGrp="1"/>
          </p:cNvSpPr>
          <p:nvPr/>
        </p:nvSpPr>
        <p:spPr>
          <a:xfrm xmlns:a="http://schemas.openxmlformats.org/drawingml/2006/main" rot="0">
            <a:off x="1117622" y="1326156"/>
            <a:ext cx="25082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16）模型参数与 MAE 对比</a:t>
            </a:r>
          </a:p>
        </p:txBody>
      </p:sp>
      <p:pic>
        <p:nvPicPr>
          <p:cNvPr id="47" name="图片 2"/>
          <p:cNvPicPr>
            <a:picLocks xmlns:a="http://schemas.openxmlformats.org/drawingml/2006/main" noChangeAspect="1"/>
          </p:cNvPicPr>
          <p:nvPr/>
        </p:nvPicPr>
        <p:blipFill>
          <a:blip xmlns:r="http://schemas.openxmlformats.org/officeDocument/2006/relationships" xmlns:a="http://schemas.openxmlformats.org/drawingml/2006/main" r:embed="Rbada971aee634d42"/>
          <a:srcRect xmlns:a="http://schemas.openxmlformats.org/drawingml/2006/main" l="-350" t="0" r="0" b="7590"/>
          <a:stretch xmlns:a="http://schemas.openxmlformats.org/drawingml/2006/main">
            <a:fillRect l="0" t="0" r="0" b="0"/>
          </a:stretch>
        </p:blipFill>
        <p:spPr>
          <a:xfrm xmlns:a="http://schemas.openxmlformats.org/drawingml/2006/main">
            <a:off x="3773170" y="672465"/>
            <a:ext cx="6734175" cy="5512435"/>
          </a:xfrm>
          <a:prstGeom xmlns:a="http://schemas.openxmlformats.org/drawingml/2006/main" prst="rect">
            <a:avLst/>
          </a:prstGeom>
        </p:spPr>
      </p:pic>
      <p:pic>
        <p:nvPicPr>
          <p:cNvPr id="48" name="图片 22"/>
          <p:cNvPicPr>
            <a:picLocks xmlns:a="http://schemas.openxmlformats.org/drawingml/2006/main" noChangeAspect="1"/>
          </p:cNvPicPr>
          <p:nvPr/>
        </p:nvPicPr>
        <p:blipFill>
          <a:blip xmlns:r="http://schemas.openxmlformats.org/officeDocument/2006/relationships" xmlns:a="http://schemas.openxmlformats.org/drawingml/2006/main" r:embed="Rde70ec89eee84d02"/>
          <a:stretch xmlns:a="http://schemas.openxmlformats.org/drawingml/2006/main">
            <a:fillRect l="0" t="0" r="0" b="0"/>
          </a:stretch>
        </p:blipFill>
        <p:spPr>
          <a:xfrm xmlns:a="http://schemas.openxmlformats.org/drawingml/2006/main">
            <a:off x="815975" y="3239135"/>
            <a:ext cx="2731135" cy="718185"/>
          </a:xfrm>
          <a:prstGeom xmlns:a="http://schemas.openxmlformats.org/drawingml/2006/main" prst="rect">
            <a:avLst/>
          </a:prstGeom>
        </p:spPr>
      </p:pic>
    </p:spTree>
    <p:extLst>
      <p:ext uri="{BB962C8B-B14F-4D97-AF65-F5344CB8AC3E}">
        <p14:creationId xmlns:p14="http://schemas.microsoft.com/office/powerpoint/2010/main" val="95931017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2F5B5C37-258D-4CC8-B49E-E5DB6A0F7B3E}"/>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09BB27F5-0485-408B-B316-AEE4D4FD6ADB}"/>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f3b902f2f274443e"/>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C57DEB9B-4F4E-49A8-BBD5-F3FAB773C65C}"/>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23B53CF2-A208-40E0-BBB2-5DD746B9DB93}"/>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1794C130-CEC2-4798-A3ED-07BE1DA54444}"/>
              </a:ext>
            </a:extLst>
          </p:cNvPr>
          <p:cNvSpPr>
            <a:spLocks xmlns:a="http://schemas.openxmlformats.org/drawingml/2006/main" noGrp="1"/>
          </p:cNvSpPr>
          <p:nvPr/>
        </p:nvSpPr>
        <p:spPr>
          <a:xfrm xmlns:a="http://schemas.openxmlformats.org/drawingml/2006/main">
            <a:off x="430586" y="1293109"/>
            <a:ext cx="1810590"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模型建模</a:t>
            </a:r>
          </a:p>
        </p:txBody>
      </p:sp>
      <p:sp>
        <p:nvSpPr>
          <p:cNvPr id="6" name="矩形 22">
            <a:extLst xmlns:a="http://schemas.openxmlformats.org/drawingml/2006/main">
              <a:ext uri="{FF2B5EF4-FFF2-40B4-BE49-F238E27FC236}">
                <a16:creationId xmlns:a16="http://schemas.microsoft.com/office/drawing/2014/main" id="{4999E082-E1E3-48B0-8CAC-F1274BAF0744}"/>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FF6C6227-7110-439C-85AC-B35BCFFEEDDB}"/>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5740336B-F9C9-4F39-9F27-D89C76257774}"/>
              </a:ext>
            </a:extLst>
          </p:cNvPr>
          <p:cNvSpPr>
            <a:spLocks xmlns:a="http://schemas.openxmlformats.org/drawingml/2006/main" noGrp="1"/>
          </p:cNvSpPr>
          <p:nvPr/>
        </p:nvSpPr>
        <p:spPr>
          <a:xfrm xmlns:a="http://schemas.openxmlformats.org/drawingml/2006/main" rot="0">
            <a:off x="1117622" y="1999891"/>
            <a:ext cx="15938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17</a:t>
            </a:r>
            <a:r>
              <a:rPr>
                <a:latin typeface="+mn-ea"/>
                <a:ea typeface="+mn-ea"/>
                <a:cs typeface="+mn-ea"/>
              </a:rPr>
              <a:t>）模型定义</a:t>
            </a:r>
          </a:p>
        </p:txBody>
      </p:sp>
      <p:pic>
        <p:nvPicPr>
          <p:cNvPr id="48" name="图片 2"/>
          <p:cNvPicPr>
            <a:picLocks xmlns:a="http://schemas.openxmlformats.org/drawingml/2006/main" noChangeAspect="1"/>
          </p:cNvPicPr>
          <p:nvPr/>
        </p:nvPicPr>
        <p:blipFill>
          <a:blip xmlns:r="http://schemas.openxmlformats.org/officeDocument/2006/relationships" xmlns:a="http://schemas.openxmlformats.org/drawingml/2006/main" r:embed="R96fa08fcb78c4ac7"/>
          <a:stretch xmlns:a="http://schemas.openxmlformats.org/drawingml/2006/main">
            <a:fillRect l="0" t="0" r="0" b="0"/>
          </a:stretch>
        </p:blipFill>
        <p:spPr>
          <a:xfrm xmlns:a="http://schemas.openxmlformats.org/drawingml/2006/main">
            <a:off x="1673225" y="2688590"/>
            <a:ext cx="7909560" cy="3059430"/>
          </a:xfrm>
          <a:prstGeom xmlns:a="http://schemas.openxmlformats.org/drawingml/2006/main" prst="rect">
            <a:avLst/>
          </a:prstGeom>
        </p:spPr>
      </p:pic>
      <p:sp>
        <p:nvSpPr>
          <p:cNvPr id="23" name="Rectangle: Rounded Corners 1">
            <a:extLst xmlns:a="http://schemas.openxmlformats.org/drawingml/2006/main">
              <a:ext uri="{FF2B5EF4-FFF2-40B4-BE49-F238E27FC236}">
                <a16:creationId xmlns:a16="http://schemas.microsoft.com/office/drawing/2014/main" id="{A3B9AF03-2559-43DD-86ED-429DC73F2D46}"/>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69745415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4FD13271-51BE-466A-A817-DECBF6F01417}"/>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04F88FF4-80DB-4264-AAC8-F02E3AB4A7DF}"/>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97aa9312986b4e18"/>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04D92FF1-D9D4-4EC5-8057-04E3475DCBCA}"/>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CA8E6CA6-D56A-492A-8C65-E0BE026459A4}"/>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10DCA2D8-9B16-4ABD-8882-F806388EBDF9}"/>
              </a:ext>
            </a:extLst>
          </p:cNvPr>
          <p:cNvSpPr>
            <a:spLocks xmlns:a="http://schemas.openxmlformats.org/drawingml/2006/main" noGrp="1"/>
          </p:cNvSpPr>
          <p:nvPr/>
        </p:nvSpPr>
        <p:spPr>
          <a:xfrm xmlns:a="http://schemas.openxmlformats.org/drawingml/2006/main">
            <a:off x="430586" y="1293109"/>
            <a:ext cx="1810590"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模型建模</a:t>
            </a:r>
          </a:p>
        </p:txBody>
      </p:sp>
      <p:sp>
        <p:nvSpPr>
          <p:cNvPr id="6" name="矩形 22">
            <a:extLst xmlns:a="http://schemas.openxmlformats.org/drawingml/2006/main">
              <a:ext uri="{FF2B5EF4-FFF2-40B4-BE49-F238E27FC236}">
                <a16:creationId xmlns:a16="http://schemas.microsoft.com/office/drawing/2014/main" id="{EF0839BF-E2A4-437E-B056-5383E1CD36A8}"/>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332B804B-F0EC-49B7-BD0C-5B1A6ECEE6E8}"/>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04FA967B-49D4-4168-B266-0ACC379FCD4E}"/>
              </a:ext>
            </a:extLst>
          </p:cNvPr>
          <p:cNvSpPr>
            <a:spLocks xmlns:a="http://schemas.openxmlformats.org/drawingml/2006/main" noGrp="1"/>
          </p:cNvSpPr>
          <p:nvPr/>
        </p:nvSpPr>
        <p:spPr>
          <a:xfrm xmlns:a="http://schemas.openxmlformats.org/drawingml/2006/main" rot="0">
            <a:off x="1117622" y="1999891"/>
            <a:ext cx="15938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18）模型训练与验证</a:t>
            </a:r>
          </a:p>
        </p:txBody>
      </p:sp>
      <p:pic>
        <p:nvPicPr>
          <p:cNvPr id="48" name="图片 2"/>
          <p:cNvPicPr>
            <a:picLocks xmlns:a="http://schemas.openxmlformats.org/drawingml/2006/main" noChangeAspect="1"/>
          </p:cNvPicPr>
          <p:nvPr/>
        </p:nvPicPr>
        <p:blipFill>
          <a:blip xmlns:r="http://schemas.openxmlformats.org/officeDocument/2006/relationships" xmlns:a="http://schemas.openxmlformats.org/drawingml/2006/main" r:embed="R1c9c7541b7714682"/>
          <a:stretch xmlns:a="http://schemas.openxmlformats.org/drawingml/2006/main">
            <a:fillRect l="0" t="0" r="0" b="0"/>
          </a:stretch>
        </p:blipFill>
        <p:spPr>
          <a:xfrm xmlns:a="http://schemas.openxmlformats.org/drawingml/2006/main">
            <a:off x="1379220" y="2734310"/>
            <a:ext cx="5731510" cy="2995295"/>
          </a:xfrm>
          <a:prstGeom xmlns:a="http://schemas.openxmlformats.org/drawingml/2006/main" prst="rect">
            <a:avLst/>
          </a:prstGeom>
        </p:spPr>
      </p:pic>
      <p:sp>
        <p:nvSpPr>
          <p:cNvPr id="22" name="Rectangle: Rounded Corners 1">
            <a:extLst xmlns:a="http://schemas.openxmlformats.org/drawingml/2006/main">
              <a:ext uri="{FF2B5EF4-FFF2-40B4-BE49-F238E27FC236}">
                <a16:creationId xmlns:a16="http://schemas.microsoft.com/office/drawing/2014/main" id="{F85D8F88-7F51-43EA-9249-E3F66F6F531A}"/>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pic>
        <p:nvPicPr>
          <p:cNvPr id="50" name="图片 23"/>
          <p:cNvPicPr>
            <a:picLocks xmlns:a="http://schemas.openxmlformats.org/drawingml/2006/main" noChangeAspect="1"/>
          </p:cNvPicPr>
          <p:nvPr/>
        </p:nvPicPr>
        <p:blipFill>
          <a:blip xmlns:r="http://schemas.openxmlformats.org/officeDocument/2006/relationships" xmlns:a="http://schemas.openxmlformats.org/drawingml/2006/main" r:embed="R2181c6a70df14a98"/>
          <a:stretch xmlns:a="http://schemas.openxmlformats.org/drawingml/2006/main">
            <a:fillRect l="0" t="0" r="0" b="0"/>
          </a:stretch>
        </p:blipFill>
        <p:spPr>
          <a:xfrm xmlns:a="http://schemas.openxmlformats.org/drawingml/2006/main">
            <a:off x="7399020" y="3658870"/>
            <a:ext cx="4292600" cy="2070735"/>
          </a:xfrm>
          <a:prstGeom xmlns:a="http://schemas.openxmlformats.org/drawingml/2006/main" prst="rect">
            <a:avLst/>
          </a:prstGeom>
        </p:spPr>
      </p:pic>
    </p:spTree>
    <p:extLst>
      <p:ext uri="{BB962C8B-B14F-4D97-AF65-F5344CB8AC3E}">
        <p14:creationId xmlns:p14="http://schemas.microsoft.com/office/powerpoint/2010/main" val="194140425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9203B0D8-A58F-45A6-AB39-89AE9993FB30}"/>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427681EF-7F61-45EB-B2BA-28CAC1320A67}"/>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171918900c3c421c"/>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06BE731B-6C55-419F-B47A-39FC529CFD46}"/>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616F8093-1709-4500-960D-B79207F27FE5}"/>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6FF93B4D-7501-4FF1-A84A-7EA482306DB9}"/>
              </a:ext>
            </a:extLst>
          </p:cNvPr>
          <p:cNvSpPr>
            <a:spLocks xmlns:a="http://schemas.openxmlformats.org/drawingml/2006/main" noGrp="1"/>
          </p:cNvSpPr>
          <p:nvPr/>
        </p:nvSpPr>
        <p:spPr>
          <a:xfrm xmlns:a="http://schemas.openxmlformats.org/drawingml/2006/main">
            <a:off x="430586" y="1293109"/>
            <a:ext cx="1810590"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模型建模</a:t>
            </a:r>
          </a:p>
        </p:txBody>
      </p:sp>
      <p:sp>
        <p:nvSpPr>
          <p:cNvPr id="6" name="矩形 22">
            <a:extLst xmlns:a="http://schemas.openxmlformats.org/drawingml/2006/main">
              <a:ext uri="{FF2B5EF4-FFF2-40B4-BE49-F238E27FC236}">
                <a16:creationId xmlns:a16="http://schemas.microsoft.com/office/drawing/2014/main" id="{962967EF-0280-4104-84CA-470E3ADC14FA}"/>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82FD9038-C3F8-4911-B180-50EB40A895DC}"/>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779E68E8-4345-4F75-A515-BABDF8618F25}"/>
              </a:ext>
            </a:extLst>
          </p:cNvPr>
          <p:cNvSpPr>
            <a:spLocks xmlns:a="http://schemas.openxmlformats.org/drawingml/2006/main" noGrp="1"/>
          </p:cNvSpPr>
          <p:nvPr/>
        </p:nvSpPr>
        <p:spPr>
          <a:xfrm xmlns:a="http://schemas.openxmlformats.org/drawingml/2006/main" rot="0">
            <a:off x="1117622" y="1999891"/>
            <a:ext cx="15938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18）模型训练与特征重要性</a:t>
            </a:r>
          </a:p>
        </p:txBody>
      </p:sp>
      <p:sp>
        <p:nvSpPr>
          <p:cNvPr id="22" name="Rectangle: Rounded Corners 1">
            <a:extLst xmlns:a="http://schemas.openxmlformats.org/drawingml/2006/main">
              <a:ext uri="{FF2B5EF4-FFF2-40B4-BE49-F238E27FC236}">
                <a16:creationId xmlns:a16="http://schemas.microsoft.com/office/drawing/2014/main" id="{F3421A8A-5AEF-416A-A96E-FD9A6431F81B}"/>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pic>
        <p:nvPicPr>
          <p:cNvPr id="49" name="图片 8"/>
          <p:cNvPicPr>
            <a:picLocks xmlns:a="http://schemas.openxmlformats.org/drawingml/2006/main" noChangeAspect="1"/>
          </p:cNvPicPr>
          <p:nvPr/>
        </p:nvPicPr>
        <p:blipFill>
          <a:blip xmlns:r="http://schemas.openxmlformats.org/officeDocument/2006/relationships" xmlns:a="http://schemas.openxmlformats.org/drawingml/2006/main" r:embed="R52d9717e663c43f6"/>
          <a:stretch xmlns:a="http://schemas.openxmlformats.org/drawingml/2006/main">
            <a:fillRect l="0" t="0" r="0" b="0"/>
          </a:stretch>
        </p:blipFill>
        <p:spPr>
          <a:xfrm xmlns:a="http://schemas.openxmlformats.org/drawingml/2006/main">
            <a:off x="1544955" y="2729230"/>
            <a:ext cx="5151120" cy="2736215"/>
          </a:xfrm>
          <a:prstGeom xmlns:a="http://schemas.openxmlformats.org/drawingml/2006/main" prst="rect">
            <a:avLst/>
          </a:prstGeom>
        </p:spPr>
      </p:pic>
      <p:pic>
        <p:nvPicPr>
          <p:cNvPr id="50" name="图片 9"/>
          <p:cNvPicPr>
            <a:picLocks xmlns:a="http://schemas.openxmlformats.org/drawingml/2006/main" noChangeAspect="1"/>
          </p:cNvPicPr>
          <p:nvPr/>
        </p:nvPicPr>
        <p:blipFill>
          <a:blip xmlns:r="http://schemas.openxmlformats.org/officeDocument/2006/relationships" xmlns:a="http://schemas.openxmlformats.org/drawingml/2006/main" r:embed="R11a4f8b384d241d6"/>
          <a:stretch xmlns:a="http://schemas.openxmlformats.org/drawingml/2006/main">
            <a:fillRect l="0" t="0" r="0" b="0"/>
          </a:stretch>
        </p:blipFill>
        <p:spPr>
          <a:xfrm xmlns:a="http://schemas.openxmlformats.org/drawingml/2006/main">
            <a:off x="7174865" y="3407410"/>
            <a:ext cx="4060825" cy="2058035"/>
          </a:xfrm>
          <a:prstGeom xmlns:a="http://schemas.openxmlformats.org/drawingml/2006/main" prst="rect">
            <a:avLst/>
          </a:prstGeom>
        </p:spPr>
      </p:pic>
    </p:spTree>
    <p:extLst>
      <p:ext uri="{BB962C8B-B14F-4D97-AF65-F5344CB8AC3E}">
        <p14:creationId xmlns:p14="http://schemas.microsoft.com/office/powerpoint/2010/main" val="1174930848"/>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D2E1C7B8-D509-4E3B-BB10-38B63D7D67D0}"/>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D4262E31-35AB-402F-B395-822A8407000B}"/>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bbf33f55707d4f01"/>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FD295B32-310A-42BC-A07A-81E22A0F31C4}"/>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788069EC-AAA0-41D6-BE78-7B1ACC0A8F3F}"/>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318DF91B-1BB1-40C4-8669-8BDBBA915816}"/>
              </a:ext>
            </a:extLst>
          </p:cNvPr>
          <p:cNvSpPr>
            <a:spLocks xmlns:a="http://schemas.openxmlformats.org/drawingml/2006/main" noGrp="1"/>
          </p:cNvSpPr>
          <p:nvPr/>
        </p:nvSpPr>
        <p:spPr>
          <a:xfrm xmlns:a="http://schemas.openxmlformats.org/drawingml/2006/main">
            <a:off x="430586" y="1293109"/>
            <a:ext cx="1810590"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模型建模</a:t>
            </a:r>
          </a:p>
        </p:txBody>
      </p:sp>
      <p:sp>
        <p:nvSpPr>
          <p:cNvPr id="6" name="矩形 22">
            <a:extLst xmlns:a="http://schemas.openxmlformats.org/drawingml/2006/main">
              <a:ext uri="{FF2B5EF4-FFF2-40B4-BE49-F238E27FC236}">
                <a16:creationId xmlns:a16="http://schemas.microsoft.com/office/drawing/2014/main" id="{CF828011-74F9-4C51-9391-1E01E05E5FD3}"/>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2161E8FE-DB36-48F4-B335-742B0D97C398}"/>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8CB9EDEF-78CB-4733-84AC-F5C9CB3A7883}"/>
              </a:ext>
            </a:extLst>
          </p:cNvPr>
          <p:cNvSpPr>
            <a:spLocks xmlns:a="http://schemas.openxmlformats.org/drawingml/2006/main" noGrp="1"/>
          </p:cNvSpPr>
          <p:nvPr/>
        </p:nvSpPr>
        <p:spPr>
          <a:xfrm xmlns:a="http://schemas.openxmlformats.org/drawingml/2006/main" rot="0">
            <a:off x="1117622" y="1999891"/>
            <a:ext cx="20510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19）模型对比结论</a:t>
            </a:r>
          </a:p>
        </p:txBody>
      </p:sp>
      <p:pic>
        <p:nvPicPr>
          <p:cNvPr id="48" name="图片 2"/>
          <p:cNvPicPr>
            <a:picLocks xmlns:a="http://schemas.openxmlformats.org/drawingml/2006/main" noChangeAspect="1"/>
          </p:cNvPicPr>
          <p:nvPr/>
        </p:nvPicPr>
        <p:blipFill>
          <a:blip xmlns:r="http://schemas.openxmlformats.org/officeDocument/2006/relationships" xmlns:a="http://schemas.openxmlformats.org/drawingml/2006/main" r:embed="R8f5b37b20958475d"/>
          <a:stretch xmlns:a="http://schemas.openxmlformats.org/drawingml/2006/main">
            <a:fillRect l="0" t="0" r="0" b="0"/>
          </a:stretch>
        </p:blipFill>
        <p:spPr>
          <a:xfrm xmlns:a="http://schemas.openxmlformats.org/drawingml/2006/main">
            <a:off x="2040255" y="2418080"/>
            <a:ext cx="8882380" cy="1149350"/>
          </a:xfrm>
          <a:prstGeom xmlns:a="http://schemas.openxmlformats.org/drawingml/2006/main" prst="rect">
            <a:avLst/>
          </a:prstGeom>
        </p:spPr>
      </p:pic>
      <p:pic>
        <p:nvPicPr>
          <p:cNvPr id="49" name="图片 22"/>
          <p:cNvPicPr>
            <a:picLocks xmlns:a="http://schemas.openxmlformats.org/drawingml/2006/main" noChangeAspect="1"/>
          </p:cNvPicPr>
          <p:nvPr/>
        </p:nvPicPr>
        <p:blipFill>
          <a:blip xmlns:r="http://schemas.openxmlformats.org/officeDocument/2006/relationships" xmlns:a="http://schemas.openxmlformats.org/drawingml/2006/main" r:embed="R33774680d1404041"/>
          <a:stretch xmlns:a="http://schemas.openxmlformats.org/drawingml/2006/main">
            <a:fillRect l="0" t="0" r="0" b="0"/>
          </a:stretch>
        </p:blipFill>
        <p:spPr>
          <a:xfrm xmlns:a="http://schemas.openxmlformats.org/drawingml/2006/main">
            <a:off x="2040255" y="3617595"/>
            <a:ext cx="7559675" cy="1160145"/>
          </a:xfrm>
          <a:prstGeom xmlns:a="http://schemas.openxmlformats.org/drawingml/2006/main" prst="rect">
            <a:avLst/>
          </a:prstGeom>
        </p:spPr>
      </p:pic>
      <p:pic>
        <p:nvPicPr>
          <p:cNvPr id="50" name="图片 25"/>
          <p:cNvPicPr>
            <a:picLocks xmlns:a="http://schemas.openxmlformats.org/drawingml/2006/main" noChangeAspect="1"/>
          </p:cNvPicPr>
          <p:nvPr/>
        </p:nvPicPr>
        <p:blipFill>
          <a:blip xmlns:r="http://schemas.openxmlformats.org/officeDocument/2006/relationships" xmlns:a="http://schemas.openxmlformats.org/drawingml/2006/main" r:embed="R9d50935923bb49fa"/>
          <a:stretch xmlns:a="http://schemas.openxmlformats.org/drawingml/2006/main">
            <a:fillRect l="0" t="0" r="0" b="0"/>
          </a:stretch>
        </p:blipFill>
        <p:spPr>
          <a:xfrm xmlns:a="http://schemas.openxmlformats.org/drawingml/2006/main">
            <a:off x="8117840" y="3936365"/>
            <a:ext cx="3490595" cy="2195195"/>
          </a:xfrm>
          <a:prstGeom xmlns:a="http://schemas.openxmlformats.org/drawingml/2006/main" prst="rect">
            <a:avLst/>
          </a:prstGeom>
        </p:spPr>
      </p:pic>
      <p:pic>
        <p:nvPicPr>
          <p:cNvPr id="51" name="图片 21"/>
          <p:cNvPicPr>
            <a:picLocks xmlns:a="http://schemas.openxmlformats.org/drawingml/2006/main" noChangeAspect="1"/>
          </p:cNvPicPr>
          <p:nvPr/>
        </p:nvPicPr>
        <p:blipFill>
          <a:blip xmlns:r="http://schemas.openxmlformats.org/officeDocument/2006/relationships" xmlns:a="http://schemas.openxmlformats.org/drawingml/2006/main" r:embed="R7c9676cd52344d43"/>
          <a:stretch xmlns:a="http://schemas.openxmlformats.org/drawingml/2006/main">
            <a:fillRect l="0" t="0" r="0" b="0"/>
          </a:stretch>
        </p:blipFill>
        <p:spPr>
          <a:xfrm xmlns:a="http://schemas.openxmlformats.org/drawingml/2006/main">
            <a:off x="2040255" y="4968240"/>
            <a:ext cx="5607685" cy="454025"/>
          </a:xfrm>
          <a:prstGeom xmlns:a="http://schemas.openxmlformats.org/drawingml/2006/main" prst="rect">
            <a:avLst/>
          </a:prstGeom>
        </p:spPr>
      </p:pic>
    </p:spTree>
    <p:extLst>
      <p:ext uri="{BB962C8B-B14F-4D97-AF65-F5344CB8AC3E}">
        <p14:creationId xmlns:p14="http://schemas.microsoft.com/office/powerpoint/2010/main" val="57454596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4" name="矩形 50">
            <a:extLst xmlns:a="http://schemas.openxmlformats.org/drawingml/2006/main">
              <a:ext uri="{FF2B5EF4-FFF2-40B4-BE49-F238E27FC236}">
                <a16:creationId xmlns:a16="http://schemas.microsoft.com/office/drawing/2014/main" id="{E198C0D1-CFC7-400E-B532-2A21E8069756}"/>
              </a:ext>
            </a:extLst>
          </p:cNvPr>
          <p:cNvSpPr>
            <a:spLocks xmlns:a="http://schemas.openxmlformats.org/drawingml/2006/main" noGrp="1"/>
          </p:cNvSpPr>
          <p:nvPr/>
        </p:nvSpPr>
        <p:spPr>
          <a:xfrm xmlns:a="http://schemas.openxmlformats.org/drawingml/2006/main">
            <a:off x="802640" y="1540510"/>
            <a:ext cx="10888980" cy="4624705"/>
          </a:xfrm>
          <a:prstGeom xmlns:a="http://schemas.openxmlformats.org/drawingml/2006/main" prst="rect">
            <a:avLst/>
          </a:prstGeom>
          <a:solidFill xmlns:a="http://schemas.openxmlformats.org/drawingml/2006/main">
            <a:schemeClr val="bg1"/>
          </a:solidFill>
          <a:ln xmlns:a="http://schemas.openxmlformats.org/drawingml/2006/main">
            <a:solidFill>
              <a:schemeClr val="accent2">
                <a:lumMod val="60000"/>
                <a:lumOff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buNone/>
            </a:pPr>
          </a:p>
        </p:txBody>
      </p:sp>
      <p:sp>
        <p:nvSpPr>
          <p:cNvPr id="27" name="矩形 26">
            <a:extLst xmlns:a="http://schemas.openxmlformats.org/drawingml/2006/main">
              <a:ext uri="{FF2B5EF4-FFF2-40B4-BE49-F238E27FC236}">
                <a16:creationId xmlns:a16="http://schemas.microsoft.com/office/drawing/2014/main" id="{AF973073-ABD0-42CA-B4AC-2EEF832E82E3}"/>
              </a:ext>
            </a:extLst>
          </p:cNvPr>
          <p:cNvSpPr>
            <a:spLocks xmlns:a="http://schemas.openxmlformats.org/drawingml/2006/main" noGrp="1"/>
          </p:cNvSpPr>
          <p:nvPr/>
        </p:nvSpPr>
        <p:spPr>
          <a:xfrm xmlns:a="http://schemas.openxmlformats.org/drawingml/2006/main">
            <a:off x="0" y="6648450"/>
            <a:ext cx="12192000" cy="2095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pic>
        <p:nvPicPr>
          <p:cNvPr id="28" name="图片 13"/>
          <p:cNvPicPr>
            <a:picLocks xmlns:a="http://schemas.openxmlformats.org/drawingml/2006/main" noChangeAspect="1"/>
          </p:cNvPicPr>
          <p:nvPr/>
        </p:nvPicPr>
        <p:blipFill>
          <a:blip xmlns:r="http://schemas.openxmlformats.org/officeDocument/2006/relationships" xmlns:a="http://schemas.openxmlformats.org/drawingml/2006/main" r:embed="Rfd4e17c4f3544485"/>
          <a:srcRect xmlns:a="http://schemas.openxmlformats.org/drawingml/2006/main" l="0" t="0" r="0" b="0"/>
          <a:stretch xmlns:a="http://schemas.openxmlformats.org/drawingml/2006/main">
            <a:fillRect l="0" t="0" r="0" b="0"/>
          </a:stretch>
        </p:blipFill>
        <p:spPr>
          <a:xfrm xmlns:a="http://schemas.openxmlformats.org/drawingml/2006/main">
            <a:off x="136525" y="219075"/>
            <a:ext cx="1108075" cy="968375"/>
          </a:xfrm>
          <a:prstGeom xmlns:a="http://schemas.openxmlformats.org/drawingml/2006/main" prst="rect">
            <a:avLst/>
          </a:prstGeom>
          <a:ln xmlns:a="http://schemas.openxmlformats.org/drawingml/2006/main">
            <a:noFill/>
          </a:ln>
        </p:spPr>
      </p:pic>
      <p:sp>
        <p:nvSpPr>
          <p:cNvPr id="41" name="矩形 40">
            <a:extLst xmlns:a="http://schemas.openxmlformats.org/drawingml/2006/main">
              <a:ext uri="{FF2B5EF4-FFF2-40B4-BE49-F238E27FC236}">
                <a16:creationId xmlns:a16="http://schemas.microsoft.com/office/drawing/2014/main" id="{60E127E8-3852-4D61-98ED-2EF3D83D2452}"/>
              </a:ext>
            </a:extLst>
          </p:cNvPr>
          <p:cNvSpPr>
            <a:spLocks xmlns:a="http://schemas.openxmlformats.org/drawingml/2006/main" noGrp="1"/>
          </p:cNvSpPr>
          <p:nvPr/>
        </p:nvSpPr>
        <p:spPr>
          <a:xfrm xmlns:a="http://schemas.openxmlformats.org/drawingml/2006/main" rot="0">
            <a:off x="1012190" y="478155"/>
            <a:ext cx="1580808" cy="417830"/>
          </a:xfrm>
          <a:prstGeom xmlns:a="http://schemas.openxmlformats.org/drawingml/2006/main" prst="rect">
            <a:avLst/>
          </a:prstGeom>
          <a:solidFill xmlns:a="http://schemas.openxmlformats.org/drawingml/2006/main">
            <a:srgbClr val="FFC20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43" name="文本框 42">
            <a:extLst xmlns:a="http://schemas.openxmlformats.org/drawingml/2006/main">
              <a:ext uri="{FF2B5EF4-FFF2-40B4-BE49-F238E27FC236}">
                <a16:creationId xmlns:a16="http://schemas.microsoft.com/office/drawing/2014/main" id="{F2B76566-E7E3-4648-AC10-89373742C3F6}"/>
              </a:ext>
            </a:extLst>
          </p:cNvPr>
          <p:cNvSpPr>
            <a:spLocks xmlns:a="http://schemas.openxmlformats.org/drawingml/2006/main" noGrp="1"/>
          </p:cNvSpPr>
          <p:nvPr/>
        </p:nvSpPr>
        <p:spPr>
          <a:xfrm xmlns:a="http://schemas.openxmlformats.org/drawingml/2006/main" rot="0">
            <a:off x="1063808" y="478155"/>
            <a:ext cx="1503054"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0"/>
              </a:spcBef>
              <a:spcAft>
                <a:spcPts val="0"/>
              </a:spcAft>
              <a:buNone/>
            </a:pPr>
            <a:r>
              <a:rPr sz="2400" b="1">
                <a:solidFill>
                  <a:srgbClr val="0277BD"/>
                </a:solidFill>
                <a:latin typeface="+mn-lt"/>
                <a:ea typeface="+mn-lt"/>
                <a:cs typeface="+mn-lt"/>
              </a:rPr>
              <a:t>案例实战</a:t>
            </a:r>
          </a:p>
        </p:txBody>
      </p:sp>
      <p:sp>
        <p:nvSpPr>
          <p:cNvPr id="2" name="Rectangle: Rounded Corners 1">
            <a:extLst xmlns:a="http://schemas.openxmlformats.org/drawingml/2006/main">
              <a:ext uri="{FF2B5EF4-FFF2-40B4-BE49-F238E27FC236}">
                <a16:creationId xmlns:a16="http://schemas.microsoft.com/office/drawing/2014/main" id="{AEA1DF6C-1B45-4587-BA08-BC418AC060C7}"/>
              </a:ext>
            </a:extLst>
          </p:cNvPr>
          <p:cNvSpPr>
            <a:spLocks xmlns:a="http://schemas.openxmlformats.org/drawingml/2006/main" noGrp="1"/>
          </p:cNvSpPr>
          <p:nvPr/>
        </p:nvSpPr>
        <p:spPr>
          <a:xfrm xmlns:a="http://schemas.openxmlformats.org/drawingml/2006/main">
            <a:off x="430586" y="1293109"/>
            <a:ext cx="1810590"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模型建模</a:t>
            </a:r>
          </a:p>
        </p:txBody>
      </p:sp>
      <p:sp>
        <p:nvSpPr>
          <p:cNvPr id="6" name="矩形 22">
            <a:extLst xmlns:a="http://schemas.openxmlformats.org/drawingml/2006/main">
              <a:ext uri="{FF2B5EF4-FFF2-40B4-BE49-F238E27FC236}">
                <a16:creationId xmlns:a16="http://schemas.microsoft.com/office/drawing/2014/main" id="{6E025A81-09AD-41C5-AF3E-D5E638819DE8}"/>
              </a:ext>
            </a:extLst>
          </p:cNvPr>
          <p:cNvSpPr>
            <a:spLocks xmlns:a="http://schemas.openxmlformats.org/drawingml/2006/main" noGrp="1"/>
          </p:cNvSpPr>
          <p:nvPr/>
        </p:nvSpPr>
        <p:spPr>
          <a:xfrm xmlns:a="http://schemas.openxmlformats.org/drawingml/2006/main" rot="0">
            <a:off x="998647" y="1960131"/>
            <a:ext cx="380616" cy="458242"/>
          </a:xfrm>
          <a:prstGeom xmlns:a="http://schemas.openxmlformats.org/drawingml/2006/main" prst="rect">
            <a:avLst/>
          </a:prstGeom>
          <a:noFill xmlns:a="http://schemas.openxmlformats.org/drawingml/2006/main"/>
          <a:ln xmlns:a="http://schemas.openxmlformats.org/drawingml/2006/main" w="12700">
            <a:solidFill>
              <a:schemeClr val="accent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矩形 23">
            <a:extLst xmlns:a="http://schemas.openxmlformats.org/drawingml/2006/main">
              <a:ext uri="{FF2B5EF4-FFF2-40B4-BE49-F238E27FC236}">
                <a16:creationId xmlns:a16="http://schemas.microsoft.com/office/drawing/2014/main" id="{29F119E5-005E-4DE7-9E62-DC278A15998E}"/>
              </a:ext>
            </a:extLst>
          </p:cNvPr>
          <p:cNvSpPr>
            <a:spLocks xmlns:a="http://schemas.openxmlformats.org/drawingml/2006/main" noGrp="1"/>
          </p:cNvSpPr>
          <p:nvPr/>
        </p:nvSpPr>
        <p:spPr>
          <a:xfrm xmlns:a="http://schemas.openxmlformats.org/drawingml/2006/main" rot="0">
            <a:off x="1085411" y="2091380"/>
            <a:ext cx="587704" cy="24790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文本框 8">
            <a:extLst xmlns:a="http://schemas.openxmlformats.org/drawingml/2006/main">
              <a:ext uri="{FF2B5EF4-FFF2-40B4-BE49-F238E27FC236}">
                <a16:creationId xmlns:a16="http://schemas.microsoft.com/office/drawing/2014/main" id="{30F9ED36-68AA-40D2-93AF-AE055649D04C}"/>
              </a:ext>
            </a:extLst>
          </p:cNvPr>
          <p:cNvSpPr>
            <a:spLocks xmlns:a="http://schemas.openxmlformats.org/drawingml/2006/main" noGrp="1"/>
          </p:cNvSpPr>
          <p:nvPr/>
        </p:nvSpPr>
        <p:spPr>
          <a:xfrm xmlns:a="http://schemas.openxmlformats.org/drawingml/2006/main" rot="0">
            <a:off x="1117622" y="1999891"/>
            <a:ext cx="1593850" cy="368300"/>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r>
              <a:rPr>
                <a:latin typeface="+mn-ea"/>
                <a:ea typeface="+mn-ea"/>
                <a:cs typeface="+mn-ea"/>
              </a:rPr>
              <a:t>20）结果输出</a:t>
            </a:r>
          </a:p>
        </p:txBody>
      </p:sp>
      <p:pic>
        <p:nvPicPr>
          <p:cNvPr id="48" name="图片 21"/>
          <p:cNvPicPr>
            <a:picLocks xmlns:a="http://schemas.openxmlformats.org/drawingml/2006/main" noChangeAspect="1"/>
          </p:cNvPicPr>
          <p:nvPr/>
        </p:nvPicPr>
        <p:blipFill>
          <a:blip xmlns:r="http://schemas.openxmlformats.org/officeDocument/2006/relationships" xmlns:a="http://schemas.openxmlformats.org/drawingml/2006/main" r:embed="R4a2d145272664fc7"/>
          <a:stretch xmlns:a="http://schemas.openxmlformats.org/drawingml/2006/main">
            <a:fillRect l="0" t="0" r="0" b="0"/>
          </a:stretch>
        </p:blipFill>
        <p:spPr>
          <a:xfrm xmlns:a="http://schemas.openxmlformats.org/drawingml/2006/main">
            <a:off x="1912620" y="2773680"/>
            <a:ext cx="4210050" cy="1874520"/>
          </a:xfrm>
          <a:prstGeom xmlns:a="http://schemas.openxmlformats.org/drawingml/2006/main" prst="rect">
            <a:avLst/>
          </a:prstGeom>
        </p:spPr>
      </p:pic>
      <p:pic>
        <p:nvPicPr>
          <p:cNvPr id="49" name="图片 23"/>
          <p:cNvPicPr>
            <a:picLocks xmlns:a="http://schemas.openxmlformats.org/drawingml/2006/main" noChangeAspect="1"/>
          </p:cNvPicPr>
          <p:nvPr/>
        </p:nvPicPr>
        <p:blipFill>
          <a:blip xmlns:r="http://schemas.openxmlformats.org/officeDocument/2006/relationships" xmlns:a="http://schemas.openxmlformats.org/drawingml/2006/main" r:embed="R1098614503ff444e"/>
          <a:stretch xmlns:a="http://schemas.openxmlformats.org/drawingml/2006/main">
            <a:fillRect l="0" t="0" r="0" b="0"/>
          </a:stretch>
        </p:blipFill>
        <p:spPr>
          <a:xfrm xmlns:a="http://schemas.openxmlformats.org/drawingml/2006/main">
            <a:off x="7522210" y="2091690"/>
            <a:ext cx="2422525" cy="3543935"/>
          </a:xfrm>
          <a:prstGeom xmlns:a="http://schemas.openxmlformats.org/drawingml/2006/main" prst="rect">
            <a:avLst/>
          </a:prstGeom>
        </p:spPr>
      </p:pic>
      <p:sp>
        <p:nvSpPr>
          <p:cNvPr id="3" name="Rectangle: Rounded Corners 1">
            <a:extLst xmlns:a="http://schemas.openxmlformats.org/drawingml/2006/main">
              <a:ext uri="{FF2B5EF4-FFF2-40B4-BE49-F238E27FC236}">
                <a16:creationId xmlns:a16="http://schemas.microsoft.com/office/drawing/2014/main" id="{1C99C945-E882-492A-9B6F-1760E5744AF3}"/>
              </a:ext>
            </a:extLst>
          </p:cNvPr>
          <p:cNvSpPr>
            <a:spLocks xmlns:a="http://schemas.openxmlformats.org/drawingml/2006/main" noGrp="1"/>
          </p:cNvSpPr>
          <p:nvPr/>
        </p:nvSpPr>
        <p:spPr>
          <a:xfrm xmlns:a="http://schemas.openxmlformats.org/drawingml/2006/main">
            <a:off x="430586" y="1293109"/>
            <a:ext cx="2231932" cy="4952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w="12700">
            <a:noFill/>
          </a:ln>
        </p:spPr>
        <p:txBody>
          <a:bodyPr xmlns:a="http://schemas.openxmlformats.org/drawingml/2006/main" wrap="none" lIns="25400" tIns="25400" rIns="25400" bIns="25400" anchor="ctr">
            <a:noAutofit/>
          </a:bodyPr>
          <a:lstStyle xmlns:a="http://schemas.openxmlformats.org/drawingml/2006/main"/>
          <a:p xmlns:a="http://schemas.openxmlformats.org/drawingml/2006/main">
            <a:pPr algn="ctr">
              <a:buNone/>
            </a:pPr>
            <a:r>
              <a:rPr b="0" i="0">
                <a:solidFill>
                  <a:srgbClr val="373D41"/>
                </a:solidFill>
                <a:latin typeface="PingFangSC-Regular"/>
                <a:ea typeface="PingFangSC-Regular"/>
                <a:cs typeface="PingFangSC-Regular"/>
              </a:rPr>
              <a:t>二手车交易价格预测</a:t>
            </a:r>
          </a:p>
        </p:txBody>
      </p:sp>
    </p:spTree>
    <p:extLst>
      <p:ext uri="{BB962C8B-B14F-4D97-AF65-F5344CB8AC3E}">
        <p14:creationId xmlns:p14="http://schemas.microsoft.com/office/powerpoint/2010/main" val="1875567895"/>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pic>
        <p:nvPicPr>
          <p:cNvPr id="1" name="图片 22"/>
          <p:cNvPicPr>
            <a:picLocks xmlns:a="http://schemas.openxmlformats.org/drawingml/2006/main" noChangeAspect="1"/>
          </p:cNvPicPr>
          <p:nvPr/>
        </p:nvPicPr>
        <p:blipFill>
          <a:blip xmlns:r="http://schemas.openxmlformats.org/officeDocument/2006/relationships" xmlns:a="http://schemas.openxmlformats.org/drawingml/2006/main" r:embed="Re79811559a264e15"/>
          <a:srcRect xmlns:a="http://schemas.openxmlformats.org/drawingml/2006/main" l="0" t="0" r="0" b="0"/>
          <a:stretch xmlns:a="http://schemas.openxmlformats.org/drawingml/2006/main">
            <a:fillRect l="0" t="0" r="0" b="0"/>
          </a:stretch>
        </p:blipFill>
        <p:spPr>
          <a:xfrm xmlns:a="http://schemas.openxmlformats.org/drawingml/2006/main">
            <a:off x="4591050" y="3105150"/>
            <a:ext cx="7586663" cy="3792538"/>
          </a:xfrm>
          <a:prstGeom xmlns:a="http://schemas.openxmlformats.org/drawingml/2006/main" prst="rect">
            <a:avLst/>
          </a:prstGeom>
          <a:ln xmlns:a="http://schemas.openxmlformats.org/drawingml/2006/main">
            <a:noFill/>
          </a:ln>
        </p:spPr>
      </p:pic>
      <p:pic>
        <p:nvPicPr>
          <p:cNvPr id="2" name="图片 23"/>
          <p:cNvPicPr>
            <a:picLocks xmlns:a="http://schemas.openxmlformats.org/drawingml/2006/main" noChangeAspect="1"/>
          </p:cNvPicPr>
          <p:nvPr/>
        </p:nvPicPr>
        <p:blipFill>
          <a:blip xmlns:r="http://schemas.openxmlformats.org/officeDocument/2006/relationships" xmlns:a="http://schemas.openxmlformats.org/drawingml/2006/main" r:embed="R0e27b14f0a2040ae"/>
          <a:srcRect xmlns:a="http://schemas.openxmlformats.org/drawingml/2006/main" l="0" t="12720" r="0" b="0"/>
          <a:stretch xmlns:a="http://schemas.openxmlformats.org/drawingml/2006/main">
            <a:fillRect l="0" t="0" r="0" b="0"/>
          </a:stretch>
        </p:blipFill>
        <p:spPr>
          <a:xfrm xmlns:a="http://schemas.openxmlformats.org/drawingml/2006/main">
            <a:off x="4591050" y="0"/>
            <a:ext cx="7551738" cy="3295650"/>
          </a:xfrm>
          <a:prstGeom xmlns:a="http://schemas.openxmlformats.org/drawingml/2006/main" prst="rect">
            <a:avLst/>
          </a:prstGeom>
          <a:ln xmlns:a="http://schemas.openxmlformats.org/drawingml/2006/main">
            <a:noFill/>
          </a:ln>
        </p:spPr>
      </p:pic>
      <p:sp>
        <p:nvSpPr>
          <p:cNvPr id="26" name="椭圆 25">
            <a:extLst xmlns:a="http://schemas.openxmlformats.org/drawingml/2006/main">
              <a:ext uri="{FF2B5EF4-FFF2-40B4-BE49-F238E27FC236}">
                <a16:creationId xmlns:a16="http://schemas.microsoft.com/office/drawing/2014/main" id="{37709BB5-469E-4ADB-A7A7-93A10163EE1B}"/>
              </a:ext>
            </a:extLst>
          </p:cNvPr>
          <p:cNvSpPr>
            <a:spLocks xmlns:a="http://schemas.openxmlformats.org/drawingml/2006/main" noGrp="1"/>
          </p:cNvSpPr>
          <p:nvPr/>
        </p:nvSpPr>
        <p:spPr>
          <a:xfrm xmlns:a="http://schemas.openxmlformats.org/drawingml/2006/main">
            <a:off x="11884025" y="5637213"/>
            <a:ext cx="152400" cy="152400"/>
          </a:xfrm>
          <a:prstGeom xmlns:a="http://schemas.openxmlformats.org/drawingml/2006/main" prst="ellipse">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27" name="椭圆 26">
            <a:extLst xmlns:a="http://schemas.openxmlformats.org/drawingml/2006/main">
              <a:ext uri="{FF2B5EF4-FFF2-40B4-BE49-F238E27FC236}">
                <a16:creationId xmlns:a16="http://schemas.microsoft.com/office/drawing/2014/main" id="{F7DA9DA4-C534-4269-91AD-39EBBB72474D}"/>
              </a:ext>
            </a:extLst>
          </p:cNvPr>
          <p:cNvSpPr>
            <a:spLocks xmlns:a="http://schemas.openxmlformats.org/drawingml/2006/main" noGrp="1"/>
          </p:cNvSpPr>
          <p:nvPr/>
        </p:nvSpPr>
        <p:spPr>
          <a:xfrm xmlns:a="http://schemas.openxmlformats.org/drawingml/2006/main">
            <a:off x="11884025" y="5927725"/>
            <a:ext cx="152400" cy="152400"/>
          </a:xfrm>
          <a:prstGeom xmlns:a="http://schemas.openxmlformats.org/drawingml/2006/main" prst="ellipse">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28" name="椭圆 27">
            <a:extLst xmlns:a="http://schemas.openxmlformats.org/drawingml/2006/main">
              <a:ext uri="{FF2B5EF4-FFF2-40B4-BE49-F238E27FC236}">
                <a16:creationId xmlns:a16="http://schemas.microsoft.com/office/drawing/2014/main" id="{A11F623A-6980-4F5A-9AD1-645FD3DD0690}"/>
              </a:ext>
            </a:extLst>
          </p:cNvPr>
          <p:cNvSpPr>
            <a:spLocks xmlns:a="http://schemas.openxmlformats.org/drawingml/2006/main" noGrp="1"/>
          </p:cNvSpPr>
          <p:nvPr/>
        </p:nvSpPr>
        <p:spPr>
          <a:xfrm xmlns:a="http://schemas.openxmlformats.org/drawingml/2006/main">
            <a:off x="11884025" y="6216650"/>
            <a:ext cx="152400" cy="152400"/>
          </a:xfrm>
          <a:prstGeom xmlns:a="http://schemas.openxmlformats.org/drawingml/2006/main" prst="ellipse">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29" name="文本框 28">
            <a:extLst xmlns:a="http://schemas.openxmlformats.org/drawingml/2006/main">
              <a:ext uri="{FF2B5EF4-FFF2-40B4-BE49-F238E27FC236}">
                <a16:creationId xmlns:a16="http://schemas.microsoft.com/office/drawing/2014/main" id="{FA67EC8D-74F2-40AB-A125-1D97DBAC1340}"/>
              </a:ext>
            </a:extLst>
          </p:cNvPr>
          <p:cNvSpPr>
            <a:spLocks xmlns:a="http://schemas.openxmlformats.org/drawingml/2006/main" noGrp="1"/>
          </p:cNvSpPr>
          <p:nvPr/>
        </p:nvSpPr>
        <p:spPr>
          <a:xfrm xmlns:a="http://schemas.openxmlformats.org/drawingml/2006/main">
            <a:off x="4340225" y="2509838"/>
            <a:ext cx="7851775" cy="923925"/>
          </a:xfrm>
          <a:prstGeom xmlns:a="http://schemas.openxmlformats.org/drawingml/2006/main" prst="rect">
            <a:avLst/>
          </a:prstGeom>
          <a:solidFill xmlns:a="http://schemas.openxmlformats.org/drawingml/2006/main">
            <a:schemeClr val="tx2">
              <a:lumMod val="75000"/>
            </a:schemeClr>
          </a:solidFill>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p>
        </p:txBody>
      </p:sp>
      <p:sp>
        <p:nvSpPr>
          <p:cNvPr id="31" name="文本框 30">
            <a:extLst xmlns:a="http://schemas.openxmlformats.org/drawingml/2006/main">
              <a:ext uri="{FF2B5EF4-FFF2-40B4-BE49-F238E27FC236}">
                <a16:creationId xmlns:a16="http://schemas.microsoft.com/office/drawing/2014/main" id="{905518D1-3BC7-485F-A274-DE122AA32C5F}"/>
              </a:ext>
            </a:extLst>
          </p:cNvPr>
          <p:cNvSpPr>
            <a:spLocks xmlns:a="http://schemas.openxmlformats.org/drawingml/2006/main" noGrp="1"/>
          </p:cNvSpPr>
          <p:nvPr/>
        </p:nvSpPr>
        <p:spPr>
          <a:xfrm xmlns:a="http://schemas.openxmlformats.org/drawingml/2006/main">
            <a:off x="4633913" y="1336675"/>
            <a:ext cx="9312275" cy="2093913"/>
          </a:xfrm>
          <a:prstGeom xmlns:a="http://schemas.openxmlformats.org/drawingml/2006/main" prst="rect">
            <a:avLst/>
          </a:prstGeom>
          <a:noFill xmlns:a="http://schemas.openxmlformats.org/drawingml/2006/main"/>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13000" b="1">
                <a:solidFill>
                  <a:schemeClr val="bg1"/>
                </a:solidFill>
                <a:latin typeface="+mn-lt"/>
                <a:ea typeface="+mn-lt"/>
                <a:cs typeface="+mn-lt"/>
              </a:rPr>
              <a:t>THANKS</a:t>
            </a:r>
          </a:p>
        </p:txBody>
      </p:sp>
      <p:sp>
        <p:nvSpPr>
          <p:cNvPr id="56" name="矩形 55">
            <a:extLst xmlns:a="http://schemas.openxmlformats.org/drawingml/2006/main">
              <a:ext uri="{FF2B5EF4-FFF2-40B4-BE49-F238E27FC236}">
                <a16:creationId xmlns:a16="http://schemas.microsoft.com/office/drawing/2014/main" id="{AA567118-ED4F-41C6-AA72-C8FD223F777C}"/>
              </a:ext>
            </a:extLst>
          </p:cNvPr>
          <p:cNvSpPr>
            <a:spLocks xmlns:a="http://schemas.openxmlformats.org/drawingml/2006/main" noGrp="1"/>
          </p:cNvSpPr>
          <p:nvPr/>
        </p:nvSpPr>
        <p:spPr>
          <a:xfrm xmlns:a="http://schemas.openxmlformats.org/drawingml/2006/main">
            <a:off x="8399463" y="3943350"/>
            <a:ext cx="3792537" cy="52228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55" name="文本框 54">
            <a:extLst xmlns:a="http://schemas.openxmlformats.org/drawingml/2006/main">
              <a:ext uri="{FF2B5EF4-FFF2-40B4-BE49-F238E27FC236}">
                <a16:creationId xmlns:a16="http://schemas.microsoft.com/office/drawing/2014/main" id="{93AB773C-54D7-4AAF-AC1F-A5A039152219}"/>
              </a:ext>
            </a:extLst>
          </p:cNvPr>
          <p:cNvSpPr>
            <a:spLocks xmlns:a="http://schemas.openxmlformats.org/drawingml/2006/main" noGrp="1"/>
          </p:cNvSpPr>
          <p:nvPr/>
        </p:nvSpPr>
        <p:spPr>
          <a:xfrm xmlns:a="http://schemas.openxmlformats.org/drawingml/2006/main">
            <a:off x="8634413" y="3940175"/>
            <a:ext cx="4095750" cy="521970"/>
          </a:xfrm>
          <a:prstGeom xmlns:a="http://schemas.openxmlformats.org/drawingml/2006/main" prst="rect">
            <a:avLst/>
          </a:prstGeom>
          <a:noFill xmlns:a="http://schemas.openxmlformats.org/drawingml/2006/main"/>
        </p:spPr>
        <p:txBody>
          <a:bodyPr xmlns:a="http://schemas.openxmlformats.org/drawingml/2006/main">
            <a:spAutoFit/>
          </a:bodyPr>
          <a:lstStyle xmlns:a="http://schemas.openxmlformats.org/drawingml/2006/main"/>
          <a:p xmlns:a="http://schemas.openxmlformats.org/drawingml/2006/main">
            <a:pPr>
              <a:spcBef>
                <a:spcPts val="0"/>
              </a:spcBef>
              <a:spcAft>
                <a:spcPts val="0"/>
              </a:spcAft>
              <a:buNone/>
            </a:pPr>
            <a:r>
              <a:rPr sz="2800" b="1">
                <a:latin typeface="+mn-lt"/>
                <a:ea typeface="+mn-lt"/>
                <a:cs typeface="+mn-lt"/>
              </a:rPr>
              <a:t>主讲人：杨文天</a:t>
            </a:r>
          </a:p>
        </p:txBody>
      </p:sp>
      <p:sp>
        <p:nvSpPr>
          <p:cNvPr id="30" name="矩形 29">
            <a:extLst xmlns:a="http://schemas.openxmlformats.org/drawingml/2006/main">
              <a:ext uri="{FF2B5EF4-FFF2-40B4-BE49-F238E27FC236}">
                <a16:creationId xmlns:a16="http://schemas.microsoft.com/office/drawing/2014/main" id="{30913E82-1416-49E4-87F9-328E9794BCFE}"/>
              </a:ext>
            </a:extLst>
          </p:cNvPr>
          <p:cNvSpPr>
            <a:spLocks xmlns:a="http://schemas.openxmlformats.org/drawingml/2006/main" noGrp="1"/>
          </p:cNvSpPr>
          <p:nvPr/>
        </p:nvSpPr>
        <p:spPr>
          <a:xfrm xmlns:a="http://schemas.openxmlformats.org/drawingml/2006/main">
            <a:off x="1250950" y="0"/>
            <a:ext cx="1619250" cy="6858000"/>
          </a:xfrm>
          <a:prstGeom xmlns:a="http://schemas.openxmlformats.org/drawingml/2006/main" prst="rect">
            <a:avLst/>
          </a:prstGeom>
          <a:solidFill xmlns:a="http://schemas.openxmlformats.org/drawingml/2006/main">
            <a:schemeClr val="accent1">
              <a:lumMod val="60000"/>
              <a:lumOff val="40000"/>
              <a:alpha val="7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p>
        </p:txBody>
      </p:sp>
      <p:sp>
        <p:nvSpPr>
          <p:cNvPr id="32" name="文本框 31">
            <a:extLst xmlns:a="http://schemas.openxmlformats.org/drawingml/2006/main">
              <a:ext uri="{FF2B5EF4-FFF2-40B4-BE49-F238E27FC236}">
                <a16:creationId xmlns:a16="http://schemas.microsoft.com/office/drawing/2014/main" id="{CBF904BF-0D7C-4A9B-82F8-4BBF7ACFB4A4}"/>
              </a:ext>
            </a:extLst>
          </p:cNvPr>
          <p:cNvSpPr>
            <a:spLocks xmlns:a="http://schemas.openxmlformats.org/drawingml/2006/main" noGrp="1"/>
          </p:cNvSpPr>
          <p:nvPr/>
        </p:nvSpPr>
        <p:spPr>
          <a:xfrm xmlns:a="http://schemas.openxmlformats.org/drawingml/2006/main" rot="10800000">
            <a:off x="1390968" y="14288"/>
            <a:ext cx="1198245" cy="6753225"/>
          </a:xfrm>
          <a:prstGeom xmlns:a="http://schemas.openxmlformats.org/drawingml/2006/main" prst="rect">
            <a:avLst/>
          </a:prstGeom>
          <a:noFill xmlns:a="http://schemas.openxmlformats.org/drawingml/2006/main"/>
        </p:spPr>
        <p:txBody>
          <a:bodyPr xmlns:a="http://schemas.openxmlformats.org/drawingml/2006/main" vert="vert">
            <a:spAutoFit/>
          </a:bodyPr>
          <a:lstStyle xmlns:a="http://schemas.openxmlformats.org/drawingml/2006/main"/>
          <a:p xmlns:a="http://schemas.openxmlformats.org/drawingml/2006/main">
            <a:pPr>
              <a:spcBef>
                <a:spcPts val="0"/>
              </a:spcBef>
              <a:spcAft>
                <a:spcPts val="0"/>
              </a:spcAft>
              <a:buNone/>
            </a:pPr>
            <a:r>
              <a:rPr sz="6600" b="1">
                <a:solidFill>
                  <a:schemeClr val="bg1"/>
                </a:solidFill>
                <a:latin typeface="+mn-lt"/>
                <a:ea typeface="+mn-lt"/>
                <a:cs typeface="+mn-lt"/>
              </a:rPr>
              <a:t>Python</a:t>
            </a:r>
            <a:r>
              <a:rPr sz="6600" b="1">
                <a:solidFill>
                  <a:schemeClr val="bg1"/>
                </a:solidFill>
                <a:latin typeface="+mn-lt"/>
                <a:ea typeface="+mn-lt"/>
                <a:cs typeface="+mn-lt"/>
              </a:rPr>
              <a:t>高级应用</a:t>
            </a:r>
          </a:p>
        </p:txBody>
      </p:sp>
    </p:spTree>
    <p:extLst>
      <p:ext uri="{BB962C8B-B14F-4D97-AF65-F5344CB8AC3E}">
        <p14:creationId xmlns:p14="http://schemas.microsoft.com/office/powerpoint/2010/main" val="429989544"/>
      </p:ext>
    </p:extLst>
  </p:cSld>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43kiaezi">
      <a:majorFont>
        <a:latin typeface="微软雅黑"/>
        <a:ea typeface="微软雅黑"/>
        <a:cs typeface=""/>
      </a:majorFont>
      <a:minorFont>
        <a:latin typeface="微软雅黑"/>
        <a:ea typeface="微软雅黑"/>
        <a:cs typeface=""/>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2026-06-05T09:29:57.0090000Z</dcterms:created>
  <dcterms:modified xsi:type="dcterms:W3CDTF">2026-06-05T09:29:57.0090000Z</dcterms:modified>
</coreProperties>
</file>